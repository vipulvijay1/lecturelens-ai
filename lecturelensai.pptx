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6" r:id="rId5"/>
    <p:sldId id="321" r:id="rId6"/>
    <p:sldId id="320" r:id="rId7"/>
    <p:sldId id="322" r:id="rId8"/>
    <p:sldId id="323" r:id="rId9"/>
    <p:sldId id="324" r:id="rId10"/>
    <p:sldId id="325" r:id="rId11"/>
    <p:sldId id="326" r:id="rId12"/>
    <p:sldId id="328" r:id="rId13"/>
    <p:sldId id="329" r:id="rId14"/>
    <p:sldId id="330" r:id="rId15"/>
    <p:sldId id="327" r:id="rId16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9" autoAdjust="0"/>
    <p:restoredTop sz="95256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image" Target="../media/image4.svg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image" Target="../media/image4.svg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687B2E-AEAD-403A-9528-BC6D8ABE9F32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92D0FF-59D2-4A62-A962-A89B9A078B5A}">
      <dgm:prSet phldrT="[Text]" phldr="0" custT="1"/>
      <dgm:spPr/>
      <dgm:t>
        <a:bodyPr/>
        <a:lstStyle/>
        <a:p>
          <a:r>
            <a:rPr lang="en-US" sz="1600" dirty="0"/>
            <a:t>Chrome Extension</a:t>
          </a:r>
        </a:p>
      </dgm:t>
    </dgm:pt>
    <dgm:pt modelId="{B669D77A-6644-45CE-86F5-923388E92943}" type="parTrans" cxnId="{FEA54588-E5F7-4A8C-B55E-E426281626F6}">
      <dgm:prSet/>
      <dgm:spPr/>
      <dgm:t>
        <a:bodyPr/>
        <a:lstStyle/>
        <a:p>
          <a:endParaRPr lang="en-US"/>
        </a:p>
      </dgm:t>
    </dgm:pt>
    <dgm:pt modelId="{57A8C4CC-104C-41FC-92FA-F3D21C630D82}" type="sibTrans" cxnId="{FEA54588-E5F7-4A8C-B55E-E426281626F6}">
      <dgm:prSet/>
      <dgm:spPr/>
      <dgm:t>
        <a:bodyPr/>
        <a:lstStyle/>
        <a:p>
          <a:endParaRPr lang="en-US"/>
        </a:p>
      </dgm:t>
    </dgm:pt>
    <dgm:pt modelId="{71450912-1BFD-4FD0-BFDD-2979E99A96F0}">
      <dgm:prSet phldrT="[Text]" phldr="0"/>
      <dgm:spPr/>
      <dgm:t>
        <a:bodyPr/>
        <a:lstStyle/>
        <a:p>
          <a:r>
            <a:rPr lang="en-US" dirty="0" err="1"/>
            <a:t>FastApi</a:t>
          </a:r>
          <a:r>
            <a:rPr lang="en-US" dirty="0"/>
            <a:t> Backend</a:t>
          </a:r>
        </a:p>
      </dgm:t>
    </dgm:pt>
    <dgm:pt modelId="{26A8AE29-C6CA-493A-BE65-0ECF064D8556}" type="parTrans" cxnId="{045DA01C-74A9-403C-BDC2-50D3CF8690E2}">
      <dgm:prSet/>
      <dgm:spPr/>
      <dgm:t>
        <a:bodyPr/>
        <a:lstStyle/>
        <a:p>
          <a:endParaRPr lang="en-US"/>
        </a:p>
      </dgm:t>
    </dgm:pt>
    <dgm:pt modelId="{EEBEE2BE-DBFC-4B88-A904-FCE381FF015D}" type="sibTrans" cxnId="{045DA01C-74A9-403C-BDC2-50D3CF8690E2}">
      <dgm:prSet/>
      <dgm:spPr/>
      <dgm:t>
        <a:bodyPr/>
        <a:lstStyle/>
        <a:p>
          <a:endParaRPr lang="en-US"/>
        </a:p>
      </dgm:t>
    </dgm:pt>
    <dgm:pt modelId="{0A07EC7D-CB4E-4CB4-A5D7-A2B4803B631D}">
      <dgm:prSet phldrT="[Text]" phldr="0"/>
      <dgm:spPr/>
      <dgm:t>
        <a:bodyPr/>
        <a:lstStyle/>
        <a:p>
          <a:r>
            <a:rPr lang="en-US" dirty="0"/>
            <a:t>Transcript Processing</a:t>
          </a:r>
        </a:p>
      </dgm:t>
    </dgm:pt>
    <dgm:pt modelId="{A32626A5-A759-4B58-9351-F198FF14D719}" type="parTrans" cxnId="{138EC0CA-F9AC-4D0F-90C9-5036F5D82E15}">
      <dgm:prSet/>
      <dgm:spPr/>
      <dgm:t>
        <a:bodyPr/>
        <a:lstStyle/>
        <a:p>
          <a:endParaRPr lang="en-US"/>
        </a:p>
      </dgm:t>
    </dgm:pt>
    <dgm:pt modelId="{5025A1DE-E50B-4257-A017-34531F3415AD}" type="sibTrans" cxnId="{138EC0CA-F9AC-4D0F-90C9-5036F5D82E15}">
      <dgm:prSet/>
      <dgm:spPr/>
      <dgm:t>
        <a:bodyPr/>
        <a:lstStyle/>
        <a:p>
          <a:endParaRPr lang="en-US"/>
        </a:p>
      </dgm:t>
    </dgm:pt>
    <dgm:pt modelId="{ACB34693-E91F-4D56-AF21-2548E7481A41}">
      <dgm:prSet/>
      <dgm:spPr/>
      <dgm:t>
        <a:bodyPr/>
        <a:lstStyle/>
        <a:p>
          <a:r>
            <a:rPr lang="en-US" dirty="0"/>
            <a:t>Chunking</a:t>
          </a:r>
        </a:p>
      </dgm:t>
    </dgm:pt>
    <dgm:pt modelId="{F51C5B5B-CD4B-4EAE-AF40-EF3736A8C9AE}" type="parTrans" cxnId="{B0284417-F9B5-49B8-B9C0-21618016335B}">
      <dgm:prSet/>
      <dgm:spPr/>
      <dgm:t>
        <a:bodyPr/>
        <a:lstStyle/>
        <a:p>
          <a:endParaRPr lang="en-US"/>
        </a:p>
      </dgm:t>
    </dgm:pt>
    <dgm:pt modelId="{FBED0C1B-0E9E-46EC-89B5-9E7FB6D42FBF}" type="sibTrans" cxnId="{B0284417-F9B5-49B8-B9C0-21618016335B}">
      <dgm:prSet/>
      <dgm:spPr/>
      <dgm:t>
        <a:bodyPr/>
        <a:lstStyle/>
        <a:p>
          <a:endParaRPr lang="en-US"/>
        </a:p>
      </dgm:t>
    </dgm:pt>
    <dgm:pt modelId="{0BE2E530-F75E-4823-B31F-F38BE6082599}">
      <dgm:prSet/>
      <dgm:spPr/>
      <dgm:t>
        <a:bodyPr/>
        <a:lstStyle/>
        <a:p>
          <a:r>
            <a:rPr lang="en-US"/>
            <a:t>Embedding</a:t>
          </a:r>
          <a:endParaRPr lang="en-US" dirty="0"/>
        </a:p>
      </dgm:t>
    </dgm:pt>
    <dgm:pt modelId="{F344DE48-47A8-4C51-8518-9619E99528A2}" type="parTrans" cxnId="{40CC2AED-D7DA-4C5D-8D44-317E016D0BF2}">
      <dgm:prSet/>
      <dgm:spPr/>
      <dgm:t>
        <a:bodyPr/>
        <a:lstStyle/>
        <a:p>
          <a:endParaRPr lang="en-US"/>
        </a:p>
      </dgm:t>
    </dgm:pt>
    <dgm:pt modelId="{AE3E76B0-68D1-4648-8FA0-64D060DAD008}" type="sibTrans" cxnId="{40CC2AED-D7DA-4C5D-8D44-317E016D0BF2}">
      <dgm:prSet/>
      <dgm:spPr/>
      <dgm:t>
        <a:bodyPr/>
        <a:lstStyle/>
        <a:p>
          <a:endParaRPr lang="en-US"/>
        </a:p>
      </dgm:t>
    </dgm:pt>
    <dgm:pt modelId="{BE3804D0-0A18-4DD1-8E8A-7E5EB830899A}">
      <dgm:prSet/>
      <dgm:spPr/>
      <dgm:t>
        <a:bodyPr/>
        <a:lstStyle/>
        <a:p>
          <a:r>
            <a:rPr lang="en-US"/>
            <a:t>FAISS Vector Database</a:t>
          </a:r>
          <a:endParaRPr lang="en-US" dirty="0"/>
        </a:p>
      </dgm:t>
    </dgm:pt>
    <dgm:pt modelId="{7D162375-C0CF-45D8-96A5-983E7B4D14F3}" type="parTrans" cxnId="{D00EF6AE-4A7C-4719-9DCC-5FF1BC00E41F}">
      <dgm:prSet/>
      <dgm:spPr/>
      <dgm:t>
        <a:bodyPr/>
        <a:lstStyle/>
        <a:p>
          <a:endParaRPr lang="en-US"/>
        </a:p>
      </dgm:t>
    </dgm:pt>
    <dgm:pt modelId="{AF0F8C94-7B22-408C-A53D-CB2BBC88C8B5}" type="sibTrans" cxnId="{D00EF6AE-4A7C-4719-9DCC-5FF1BC00E41F}">
      <dgm:prSet/>
      <dgm:spPr/>
      <dgm:t>
        <a:bodyPr/>
        <a:lstStyle/>
        <a:p>
          <a:endParaRPr lang="en-US"/>
        </a:p>
      </dgm:t>
    </dgm:pt>
    <dgm:pt modelId="{60F5D4B2-5AB0-489F-B670-16A9FE8939AB}">
      <dgm:prSet/>
      <dgm:spPr/>
      <dgm:t>
        <a:bodyPr/>
        <a:lstStyle/>
        <a:p>
          <a:r>
            <a:rPr lang="en-US"/>
            <a:t>Retrieval+Re-ranking</a:t>
          </a:r>
          <a:endParaRPr lang="en-US" dirty="0"/>
        </a:p>
      </dgm:t>
    </dgm:pt>
    <dgm:pt modelId="{C089FD88-69EC-4C82-A2AE-321806C0062E}" type="parTrans" cxnId="{61EB5CB5-867C-45D9-B6FA-BDE733D98253}">
      <dgm:prSet/>
      <dgm:spPr/>
      <dgm:t>
        <a:bodyPr/>
        <a:lstStyle/>
        <a:p>
          <a:endParaRPr lang="en-US"/>
        </a:p>
      </dgm:t>
    </dgm:pt>
    <dgm:pt modelId="{0983E2BA-81BB-40D9-A30D-70B153838C63}" type="sibTrans" cxnId="{61EB5CB5-867C-45D9-B6FA-BDE733D98253}">
      <dgm:prSet/>
      <dgm:spPr/>
      <dgm:t>
        <a:bodyPr/>
        <a:lstStyle/>
        <a:p>
          <a:endParaRPr lang="en-US"/>
        </a:p>
      </dgm:t>
    </dgm:pt>
    <dgm:pt modelId="{4ACB3F63-CA18-41F6-B5AC-5514A36F4E27}">
      <dgm:prSet/>
      <dgm:spPr/>
      <dgm:t>
        <a:bodyPr/>
        <a:lstStyle/>
        <a:p>
          <a:r>
            <a:rPr lang="en-US"/>
            <a:t>LLM Answer Generatio</a:t>
          </a:r>
          <a:endParaRPr lang="en-US" dirty="0"/>
        </a:p>
      </dgm:t>
    </dgm:pt>
    <dgm:pt modelId="{A22DCE9F-32A9-4FAF-BBD1-C00DB68B4EF4}" type="parTrans" cxnId="{679BC4B9-D366-4B19-AEE3-756F48632A2B}">
      <dgm:prSet/>
      <dgm:spPr/>
      <dgm:t>
        <a:bodyPr/>
        <a:lstStyle/>
        <a:p>
          <a:endParaRPr lang="en-US"/>
        </a:p>
      </dgm:t>
    </dgm:pt>
    <dgm:pt modelId="{8B114397-4A1B-4A3C-A7F5-0DE716DEA25D}" type="sibTrans" cxnId="{679BC4B9-D366-4B19-AEE3-756F48632A2B}">
      <dgm:prSet/>
      <dgm:spPr/>
      <dgm:t>
        <a:bodyPr/>
        <a:lstStyle/>
        <a:p>
          <a:endParaRPr lang="en-US"/>
        </a:p>
      </dgm:t>
    </dgm:pt>
    <dgm:pt modelId="{4674DB34-9892-45D6-A954-79051F274868}" type="pres">
      <dgm:prSet presAssocID="{BA687B2E-AEAD-403A-9528-BC6D8ABE9F32}" presName="CompostProcess" presStyleCnt="0">
        <dgm:presLayoutVars>
          <dgm:dir/>
          <dgm:resizeHandles val="exact"/>
        </dgm:presLayoutVars>
      </dgm:prSet>
      <dgm:spPr/>
    </dgm:pt>
    <dgm:pt modelId="{6D5217C0-744D-4AFB-A55A-0B1CE7B83998}" type="pres">
      <dgm:prSet presAssocID="{BA687B2E-AEAD-403A-9528-BC6D8ABE9F32}" presName="arrow" presStyleLbl="bgShp" presStyleIdx="0" presStyleCnt="1" custLinFactNeighborX="-353" custLinFactNeighborY="594"/>
      <dgm:spPr/>
    </dgm:pt>
    <dgm:pt modelId="{B6CAF321-DBB9-41BA-8745-43A033E9AB19}" type="pres">
      <dgm:prSet presAssocID="{BA687B2E-AEAD-403A-9528-BC6D8ABE9F32}" presName="linearProcess" presStyleCnt="0"/>
      <dgm:spPr/>
    </dgm:pt>
    <dgm:pt modelId="{2B850111-AE24-42F2-9FE3-E9349A366CF3}" type="pres">
      <dgm:prSet presAssocID="{9E92D0FF-59D2-4A62-A962-A89B9A078B5A}" presName="textNode" presStyleLbl="node1" presStyleIdx="0" presStyleCnt="8">
        <dgm:presLayoutVars>
          <dgm:bulletEnabled val="1"/>
        </dgm:presLayoutVars>
      </dgm:prSet>
      <dgm:spPr/>
    </dgm:pt>
    <dgm:pt modelId="{C76C6453-C20D-4E34-AA60-D1FB83325AC6}" type="pres">
      <dgm:prSet presAssocID="{57A8C4CC-104C-41FC-92FA-F3D21C630D82}" presName="sibTrans" presStyleCnt="0"/>
      <dgm:spPr/>
    </dgm:pt>
    <dgm:pt modelId="{4C237713-7CE0-472A-BA45-E97A87E94E7B}" type="pres">
      <dgm:prSet presAssocID="{71450912-1BFD-4FD0-BFDD-2979E99A96F0}" presName="textNode" presStyleLbl="node1" presStyleIdx="1" presStyleCnt="8">
        <dgm:presLayoutVars>
          <dgm:bulletEnabled val="1"/>
        </dgm:presLayoutVars>
      </dgm:prSet>
      <dgm:spPr/>
    </dgm:pt>
    <dgm:pt modelId="{091F7228-BF2E-4507-9AFF-5D5D1FF564F7}" type="pres">
      <dgm:prSet presAssocID="{EEBEE2BE-DBFC-4B88-A904-FCE381FF015D}" presName="sibTrans" presStyleCnt="0"/>
      <dgm:spPr/>
    </dgm:pt>
    <dgm:pt modelId="{504D414A-A910-4E5A-9FDE-3BF18B741F08}" type="pres">
      <dgm:prSet presAssocID="{0A07EC7D-CB4E-4CB4-A5D7-A2B4803B631D}" presName="textNode" presStyleLbl="node1" presStyleIdx="2" presStyleCnt="8">
        <dgm:presLayoutVars>
          <dgm:bulletEnabled val="1"/>
        </dgm:presLayoutVars>
      </dgm:prSet>
      <dgm:spPr/>
    </dgm:pt>
    <dgm:pt modelId="{EE3128F6-2BEF-4CE9-B961-0C133ED20119}" type="pres">
      <dgm:prSet presAssocID="{5025A1DE-E50B-4257-A017-34531F3415AD}" presName="sibTrans" presStyleCnt="0"/>
      <dgm:spPr/>
    </dgm:pt>
    <dgm:pt modelId="{572AADF7-D728-4D61-926E-3D38548F6AB9}" type="pres">
      <dgm:prSet presAssocID="{ACB34693-E91F-4D56-AF21-2548E7481A41}" presName="textNode" presStyleLbl="node1" presStyleIdx="3" presStyleCnt="8">
        <dgm:presLayoutVars>
          <dgm:bulletEnabled val="1"/>
        </dgm:presLayoutVars>
      </dgm:prSet>
      <dgm:spPr/>
    </dgm:pt>
    <dgm:pt modelId="{9268F594-B2CC-44AA-9DF9-72CE34C50BE0}" type="pres">
      <dgm:prSet presAssocID="{FBED0C1B-0E9E-46EC-89B5-9E7FB6D42FBF}" presName="sibTrans" presStyleCnt="0"/>
      <dgm:spPr/>
    </dgm:pt>
    <dgm:pt modelId="{ECB2E03B-F281-4678-BBF1-58FF7E6F4699}" type="pres">
      <dgm:prSet presAssocID="{0BE2E530-F75E-4823-B31F-F38BE6082599}" presName="textNode" presStyleLbl="node1" presStyleIdx="4" presStyleCnt="8">
        <dgm:presLayoutVars>
          <dgm:bulletEnabled val="1"/>
        </dgm:presLayoutVars>
      </dgm:prSet>
      <dgm:spPr/>
    </dgm:pt>
    <dgm:pt modelId="{09BBA6A1-FED7-42E0-ADC3-3285E3D8AFA3}" type="pres">
      <dgm:prSet presAssocID="{AE3E76B0-68D1-4648-8FA0-64D060DAD008}" presName="sibTrans" presStyleCnt="0"/>
      <dgm:spPr/>
    </dgm:pt>
    <dgm:pt modelId="{C8E068FC-DC9F-4FEB-96BD-693A323BF3A4}" type="pres">
      <dgm:prSet presAssocID="{BE3804D0-0A18-4DD1-8E8A-7E5EB830899A}" presName="textNode" presStyleLbl="node1" presStyleIdx="5" presStyleCnt="8">
        <dgm:presLayoutVars>
          <dgm:bulletEnabled val="1"/>
        </dgm:presLayoutVars>
      </dgm:prSet>
      <dgm:spPr/>
    </dgm:pt>
    <dgm:pt modelId="{E34EBF43-0CF6-4863-B2DD-8C037A6DF8EC}" type="pres">
      <dgm:prSet presAssocID="{AF0F8C94-7B22-408C-A53D-CB2BBC88C8B5}" presName="sibTrans" presStyleCnt="0"/>
      <dgm:spPr/>
    </dgm:pt>
    <dgm:pt modelId="{0CF9D699-DFF2-40B3-8113-E1343CA96999}" type="pres">
      <dgm:prSet presAssocID="{60F5D4B2-5AB0-489F-B670-16A9FE8939AB}" presName="textNode" presStyleLbl="node1" presStyleIdx="6" presStyleCnt="8">
        <dgm:presLayoutVars>
          <dgm:bulletEnabled val="1"/>
        </dgm:presLayoutVars>
      </dgm:prSet>
      <dgm:spPr/>
    </dgm:pt>
    <dgm:pt modelId="{22820C5F-3C2F-4E0C-A06E-CC630991A01D}" type="pres">
      <dgm:prSet presAssocID="{0983E2BA-81BB-40D9-A30D-70B153838C63}" presName="sibTrans" presStyleCnt="0"/>
      <dgm:spPr/>
    </dgm:pt>
    <dgm:pt modelId="{021E3F70-E3C1-4017-BB08-A1C6E72D61B1}" type="pres">
      <dgm:prSet presAssocID="{4ACB3F63-CA18-41F6-B5AC-5514A36F4E27}" presName="textNode" presStyleLbl="node1" presStyleIdx="7" presStyleCnt="8">
        <dgm:presLayoutVars>
          <dgm:bulletEnabled val="1"/>
        </dgm:presLayoutVars>
      </dgm:prSet>
      <dgm:spPr/>
    </dgm:pt>
  </dgm:ptLst>
  <dgm:cxnLst>
    <dgm:cxn modelId="{B0284417-F9B5-49B8-B9C0-21618016335B}" srcId="{BA687B2E-AEAD-403A-9528-BC6D8ABE9F32}" destId="{ACB34693-E91F-4D56-AF21-2548E7481A41}" srcOrd="3" destOrd="0" parTransId="{F51C5B5B-CD4B-4EAE-AF40-EF3736A8C9AE}" sibTransId="{FBED0C1B-0E9E-46EC-89B5-9E7FB6D42FBF}"/>
    <dgm:cxn modelId="{045DA01C-74A9-403C-BDC2-50D3CF8690E2}" srcId="{BA687B2E-AEAD-403A-9528-BC6D8ABE9F32}" destId="{71450912-1BFD-4FD0-BFDD-2979E99A96F0}" srcOrd="1" destOrd="0" parTransId="{26A8AE29-C6CA-493A-BE65-0ECF064D8556}" sibTransId="{EEBEE2BE-DBFC-4B88-A904-FCE381FF015D}"/>
    <dgm:cxn modelId="{C3EF4874-81AE-423F-86D8-C799A7F44300}" type="presOf" srcId="{4ACB3F63-CA18-41F6-B5AC-5514A36F4E27}" destId="{021E3F70-E3C1-4017-BB08-A1C6E72D61B1}" srcOrd="0" destOrd="0" presId="urn:microsoft.com/office/officeart/2005/8/layout/hProcess9"/>
    <dgm:cxn modelId="{F3E0BC7E-3B28-4172-A602-8A0F3A666676}" type="presOf" srcId="{9E92D0FF-59D2-4A62-A962-A89B9A078B5A}" destId="{2B850111-AE24-42F2-9FE3-E9349A366CF3}" srcOrd="0" destOrd="0" presId="urn:microsoft.com/office/officeart/2005/8/layout/hProcess9"/>
    <dgm:cxn modelId="{FEA54588-E5F7-4A8C-B55E-E426281626F6}" srcId="{BA687B2E-AEAD-403A-9528-BC6D8ABE9F32}" destId="{9E92D0FF-59D2-4A62-A962-A89B9A078B5A}" srcOrd="0" destOrd="0" parTransId="{B669D77A-6644-45CE-86F5-923388E92943}" sibTransId="{57A8C4CC-104C-41FC-92FA-F3D21C630D82}"/>
    <dgm:cxn modelId="{3ED1558D-09AA-47D6-A5D5-95D14DA34565}" type="presOf" srcId="{BE3804D0-0A18-4DD1-8E8A-7E5EB830899A}" destId="{C8E068FC-DC9F-4FEB-96BD-693A323BF3A4}" srcOrd="0" destOrd="0" presId="urn:microsoft.com/office/officeart/2005/8/layout/hProcess9"/>
    <dgm:cxn modelId="{301308A5-5801-4971-AF40-F355541BCF7C}" type="presOf" srcId="{60F5D4B2-5AB0-489F-B670-16A9FE8939AB}" destId="{0CF9D699-DFF2-40B3-8113-E1343CA96999}" srcOrd="0" destOrd="0" presId="urn:microsoft.com/office/officeart/2005/8/layout/hProcess9"/>
    <dgm:cxn modelId="{D00EF6AE-4A7C-4719-9DCC-5FF1BC00E41F}" srcId="{BA687B2E-AEAD-403A-9528-BC6D8ABE9F32}" destId="{BE3804D0-0A18-4DD1-8E8A-7E5EB830899A}" srcOrd="5" destOrd="0" parTransId="{7D162375-C0CF-45D8-96A5-983E7B4D14F3}" sibTransId="{AF0F8C94-7B22-408C-A53D-CB2BBC88C8B5}"/>
    <dgm:cxn modelId="{61EB5CB5-867C-45D9-B6FA-BDE733D98253}" srcId="{BA687B2E-AEAD-403A-9528-BC6D8ABE9F32}" destId="{60F5D4B2-5AB0-489F-B670-16A9FE8939AB}" srcOrd="6" destOrd="0" parTransId="{C089FD88-69EC-4C82-A2AE-321806C0062E}" sibTransId="{0983E2BA-81BB-40D9-A30D-70B153838C63}"/>
    <dgm:cxn modelId="{679BC4B9-D366-4B19-AEE3-756F48632A2B}" srcId="{BA687B2E-AEAD-403A-9528-BC6D8ABE9F32}" destId="{4ACB3F63-CA18-41F6-B5AC-5514A36F4E27}" srcOrd="7" destOrd="0" parTransId="{A22DCE9F-32A9-4FAF-BBD1-C00DB68B4EF4}" sibTransId="{8B114397-4A1B-4A3C-A7F5-0DE716DEA25D}"/>
    <dgm:cxn modelId="{734798BD-09F7-4085-8920-12A5DB664756}" type="presOf" srcId="{71450912-1BFD-4FD0-BFDD-2979E99A96F0}" destId="{4C237713-7CE0-472A-BA45-E97A87E94E7B}" srcOrd="0" destOrd="0" presId="urn:microsoft.com/office/officeart/2005/8/layout/hProcess9"/>
    <dgm:cxn modelId="{138EC0CA-F9AC-4D0F-90C9-5036F5D82E15}" srcId="{BA687B2E-AEAD-403A-9528-BC6D8ABE9F32}" destId="{0A07EC7D-CB4E-4CB4-A5D7-A2B4803B631D}" srcOrd="2" destOrd="0" parTransId="{A32626A5-A759-4B58-9351-F198FF14D719}" sibTransId="{5025A1DE-E50B-4257-A017-34531F3415AD}"/>
    <dgm:cxn modelId="{FAB825E0-C11E-4AFE-9A68-9B2032D1A3C2}" type="presOf" srcId="{0A07EC7D-CB4E-4CB4-A5D7-A2B4803B631D}" destId="{504D414A-A910-4E5A-9FDE-3BF18B741F08}" srcOrd="0" destOrd="0" presId="urn:microsoft.com/office/officeart/2005/8/layout/hProcess9"/>
    <dgm:cxn modelId="{CA86BBE1-B50D-46A4-9331-8A7CBD01B8D7}" type="presOf" srcId="{ACB34693-E91F-4D56-AF21-2548E7481A41}" destId="{572AADF7-D728-4D61-926E-3D38548F6AB9}" srcOrd="0" destOrd="0" presId="urn:microsoft.com/office/officeart/2005/8/layout/hProcess9"/>
    <dgm:cxn modelId="{536AAEE8-EBA1-4485-B621-4B111E243DBC}" type="presOf" srcId="{BA687B2E-AEAD-403A-9528-BC6D8ABE9F32}" destId="{4674DB34-9892-45D6-A954-79051F274868}" srcOrd="0" destOrd="0" presId="urn:microsoft.com/office/officeart/2005/8/layout/hProcess9"/>
    <dgm:cxn modelId="{40CC2AED-D7DA-4C5D-8D44-317E016D0BF2}" srcId="{BA687B2E-AEAD-403A-9528-BC6D8ABE9F32}" destId="{0BE2E530-F75E-4823-B31F-F38BE6082599}" srcOrd="4" destOrd="0" parTransId="{F344DE48-47A8-4C51-8518-9619E99528A2}" sibTransId="{AE3E76B0-68D1-4648-8FA0-64D060DAD008}"/>
    <dgm:cxn modelId="{9848DCF7-0F9B-464C-99A0-2EE3034DD3F1}" type="presOf" srcId="{0BE2E530-F75E-4823-B31F-F38BE6082599}" destId="{ECB2E03B-F281-4678-BBF1-58FF7E6F4699}" srcOrd="0" destOrd="0" presId="urn:microsoft.com/office/officeart/2005/8/layout/hProcess9"/>
    <dgm:cxn modelId="{3483418C-FD8F-4835-905A-8742314CD36D}" type="presParOf" srcId="{4674DB34-9892-45D6-A954-79051F274868}" destId="{6D5217C0-744D-4AFB-A55A-0B1CE7B83998}" srcOrd="0" destOrd="0" presId="urn:microsoft.com/office/officeart/2005/8/layout/hProcess9"/>
    <dgm:cxn modelId="{3903895B-0373-43CB-A190-150651341FD8}" type="presParOf" srcId="{4674DB34-9892-45D6-A954-79051F274868}" destId="{B6CAF321-DBB9-41BA-8745-43A033E9AB19}" srcOrd="1" destOrd="0" presId="urn:microsoft.com/office/officeart/2005/8/layout/hProcess9"/>
    <dgm:cxn modelId="{3CE1EEA3-11BD-4E90-AD07-D0B480D7D8A7}" type="presParOf" srcId="{B6CAF321-DBB9-41BA-8745-43A033E9AB19}" destId="{2B850111-AE24-42F2-9FE3-E9349A366CF3}" srcOrd="0" destOrd="0" presId="urn:microsoft.com/office/officeart/2005/8/layout/hProcess9"/>
    <dgm:cxn modelId="{737E0DE2-D438-436A-8A43-799156AB9A75}" type="presParOf" srcId="{B6CAF321-DBB9-41BA-8745-43A033E9AB19}" destId="{C76C6453-C20D-4E34-AA60-D1FB83325AC6}" srcOrd="1" destOrd="0" presId="urn:microsoft.com/office/officeart/2005/8/layout/hProcess9"/>
    <dgm:cxn modelId="{C5EA5725-99E8-4AC3-AAF3-9B810EE32B9E}" type="presParOf" srcId="{B6CAF321-DBB9-41BA-8745-43A033E9AB19}" destId="{4C237713-7CE0-472A-BA45-E97A87E94E7B}" srcOrd="2" destOrd="0" presId="urn:microsoft.com/office/officeart/2005/8/layout/hProcess9"/>
    <dgm:cxn modelId="{0167592D-7CAB-42A1-8084-F14A87569245}" type="presParOf" srcId="{B6CAF321-DBB9-41BA-8745-43A033E9AB19}" destId="{091F7228-BF2E-4507-9AFF-5D5D1FF564F7}" srcOrd="3" destOrd="0" presId="urn:microsoft.com/office/officeart/2005/8/layout/hProcess9"/>
    <dgm:cxn modelId="{DE177741-026D-4247-809C-FDDF2B02945E}" type="presParOf" srcId="{B6CAF321-DBB9-41BA-8745-43A033E9AB19}" destId="{504D414A-A910-4E5A-9FDE-3BF18B741F08}" srcOrd="4" destOrd="0" presId="urn:microsoft.com/office/officeart/2005/8/layout/hProcess9"/>
    <dgm:cxn modelId="{BA0BA7B7-E40F-4CDE-A0BC-0AD61B813039}" type="presParOf" srcId="{B6CAF321-DBB9-41BA-8745-43A033E9AB19}" destId="{EE3128F6-2BEF-4CE9-B961-0C133ED20119}" srcOrd="5" destOrd="0" presId="urn:microsoft.com/office/officeart/2005/8/layout/hProcess9"/>
    <dgm:cxn modelId="{EF7E1B88-C6F6-4459-B4FD-EB69A2C7A7E4}" type="presParOf" srcId="{B6CAF321-DBB9-41BA-8745-43A033E9AB19}" destId="{572AADF7-D728-4D61-926E-3D38548F6AB9}" srcOrd="6" destOrd="0" presId="urn:microsoft.com/office/officeart/2005/8/layout/hProcess9"/>
    <dgm:cxn modelId="{81249CE8-9EA5-44D4-91EA-E8F26D3BB2F8}" type="presParOf" srcId="{B6CAF321-DBB9-41BA-8745-43A033E9AB19}" destId="{9268F594-B2CC-44AA-9DF9-72CE34C50BE0}" srcOrd="7" destOrd="0" presId="urn:microsoft.com/office/officeart/2005/8/layout/hProcess9"/>
    <dgm:cxn modelId="{3C51C82F-3FF0-4174-A4E5-E9BDF5A1166C}" type="presParOf" srcId="{B6CAF321-DBB9-41BA-8745-43A033E9AB19}" destId="{ECB2E03B-F281-4678-BBF1-58FF7E6F4699}" srcOrd="8" destOrd="0" presId="urn:microsoft.com/office/officeart/2005/8/layout/hProcess9"/>
    <dgm:cxn modelId="{F2DC91D9-CB40-4697-858F-7DCE07864607}" type="presParOf" srcId="{B6CAF321-DBB9-41BA-8745-43A033E9AB19}" destId="{09BBA6A1-FED7-42E0-ADC3-3285E3D8AFA3}" srcOrd="9" destOrd="0" presId="urn:microsoft.com/office/officeart/2005/8/layout/hProcess9"/>
    <dgm:cxn modelId="{57F92547-543E-4A03-AD5D-C7E791B13079}" type="presParOf" srcId="{B6CAF321-DBB9-41BA-8745-43A033E9AB19}" destId="{C8E068FC-DC9F-4FEB-96BD-693A323BF3A4}" srcOrd="10" destOrd="0" presId="urn:microsoft.com/office/officeart/2005/8/layout/hProcess9"/>
    <dgm:cxn modelId="{0F910B04-F7D6-4E3B-A261-D43FADFEE8DF}" type="presParOf" srcId="{B6CAF321-DBB9-41BA-8745-43A033E9AB19}" destId="{E34EBF43-0CF6-4863-B2DD-8C037A6DF8EC}" srcOrd="11" destOrd="0" presId="urn:microsoft.com/office/officeart/2005/8/layout/hProcess9"/>
    <dgm:cxn modelId="{6F7B9443-0AC7-4D29-89F1-DD4537CB264D}" type="presParOf" srcId="{B6CAF321-DBB9-41BA-8745-43A033E9AB19}" destId="{0CF9D699-DFF2-40B3-8113-E1343CA96999}" srcOrd="12" destOrd="0" presId="urn:microsoft.com/office/officeart/2005/8/layout/hProcess9"/>
    <dgm:cxn modelId="{A18FA43C-32B3-4B94-90A3-D2B86F148586}" type="presParOf" srcId="{B6CAF321-DBB9-41BA-8745-43A033E9AB19}" destId="{22820C5F-3C2F-4E0C-A06E-CC630991A01D}" srcOrd="13" destOrd="0" presId="urn:microsoft.com/office/officeart/2005/8/layout/hProcess9"/>
    <dgm:cxn modelId="{D5104735-B2F1-48BA-98E0-1E4F86F919A6}" type="presParOf" srcId="{B6CAF321-DBB9-41BA-8745-43A033E9AB19}" destId="{021E3F70-E3C1-4017-BB08-A1C6E72D61B1}" srcOrd="1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7EED29-CBC1-4EC7-9F39-664D525E6AC3}" type="doc">
      <dgm:prSet loTypeId="urn:microsoft.com/office/officeart/2009/3/layout/Descending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EADC172-F4A6-439A-A3B1-1D91B2544C13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Extract </a:t>
          </a:r>
          <a:r>
            <a:rPr lang="en-US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Youtube</a:t>
          </a:r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Transcript</a:t>
          </a:r>
        </a:p>
      </dgm:t>
    </dgm:pt>
    <dgm:pt modelId="{43F2381E-2B41-4DBE-A387-9496599785C3}" type="parTrans" cxnId="{8CF18907-E59C-483F-A5C2-1E95B8EEC257}">
      <dgm:prSet/>
      <dgm:spPr/>
      <dgm:t>
        <a:bodyPr/>
        <a:lstStyle/>
        <a:p>
          <a:endParaRPr lang="en-US"/>
        </a:p>
      </dgm:t>
    </dgm:pt>
    <dgm:pt modelId="{208D9ACD-ABEE-434D-924E-502146957618}" type="sibTrans" cxnId="{8CF18907-E59C-483F-A5C2-1E95B8EEC257}">
      <dgm:prSet/>
      <dgm:spPr/>
      <dgm:t>
        <a:bodyPr/>
        <a:lstStyle/>
        <a:p>
          <a:endParaRPr lang="en-US"/>
        </a:p>
      </dgm:t>
    </dgm:pt>
    <dgm:pt modelId="{693D9C14-5075-4B3D-B5EF-2398143329B9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Store Timestamp</a:t>
          </a:r>
        </a:p>
      </dgm:t>
    </dgm:pt>
    <dgm:pt modelId="{D9BF3F6F-E26D-4E7F-B1CD-4D4977B93F9A}" type="parTrans" cxnId="{7D7335E3-98B9-45E2-A468-F0FE5BDB8691}">
      <dgm:prSet/>
      <dgm:spPr/>
      <dgm:t>
        <a:bodyPr/>
        <a:lstStyle/>
        <a:p>
          <a:endParaRPr lang="en-US"/>
        </a:p>
      </dgm:t>
    </dgm:pt>
    <dgm:pt modelId="{9FFDA267-884F-42F4-A756-9C47424B6210}" type="sibTrans" cxnId="{7D7335E3-98B9-45E2-A468-F0FE5BDB8691}">
      <dgm:prSet/>
      <dgm:spPr/>
      <dgm:t>
        <a:bodyPr/>
        <a:lstStyle/>
        <a:p>
          <a:endParaRPr lang="en-US"/>
        </a:p>
      </dgm:t>
    </dgm:pt>
    <dgm:pt modelId="{1CF42376-5B58-447A-B402-CBBA7D178395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Combine transcript </a:t>
          </a:r>
          <a:r>
            <a:rPr lang="en-US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segementation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1999AB7-533E-47FE-995D-EF90D7F1FD27}" type="parTrans" cxnId="{82B6FD0E-1EA9-4342-A1BD-F4A8B68CE7CA}">
      <dgm:prSet/>
      <dgm:spPr/>
      <dgm:t>
        <a:bodyPr/>
        <a:lstStyle/>
        <a:p>
          <a:endParaRPr lang="en-US"/>
        </a:p>
      </dgm:t>
    </dgm:pt>
    <dgm:pt modelId="{C898F26E-AB91-444F-A65F-C16E4233F971}" type="sibTrans" cxnId="{82B6FD0E-1EA9-4342-A1BD-F4A8B68CE7CA}">
      <dgm:prSet/>
      <dgm:spPr/>
      <dgm:t>
        <a:bodyPr/>
        <a:lstStyle/>
        <a:p>
          <a:endParaRPr lang="en-US"/>
        </a:p>
      </dgm:t>
    </dgm:pt>
    <dgm:pt modelId="{460F63FC-89D2-441B-AA50-F43C0A63B9E6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Create semantic chunks</a:t>
          </a:r>
        </a:p>
      </dgm:t>
    </dgm:pt>
    <dgm:pt modelId="{75D73AB4-58A0-4738-955A-80E2654651DB}" type="parTrans" cxnId="{E02FD5CE-27EB-4F8E-8DCE-B4209F28C87A}">
      <dgm:prSet/>
      <dgm:spPr/>
      <dgm:t>
        <a:bodyPr/>
        <a:lstStyle/>
        <a:p>
          <a:endParaRPr lang="en-US"/>
        </a:p>
      </dgm:t>
    </dgm:pt>
    <dgm:pt modelId="{8A3E1A2D-5501-4EBF-9941-8E53105B6F8C}" type="sibTrans" cxnId="{E02FD5CE-27EB-4F8E-8DCE-B4209F28C87A}">
      <dgm:prSet/>
      <dgm:spPr/>
      <dgm:t>
        <a:bodyPr/>
        <a:lstStyle/>
        <a:p>
          <a:endParaRPr lang="en-US"/>
        </a:p>
      </dgm:t>
    </dgm:pt>
    <dgm:pt modelId="{8130B551-A805-43DB-8186-77BF40B0D720}" type="pres">
      <dgm:prSet presAssocID="{847EED29-CBC1-4EC7-9F39-664D525E6AC3}" presName="Name0" presStyleCnt="0">
        <dgm:presLayoutVars>
          <dgm:chMax val="7"/>
          <dgm:chPref val="5"/>
        </dgm:presLayoutVars>
      </dgm:prSet>
      <dgm:spPr/>
    </dgm:pt>
    <dgm:pt modelId="{58AFABFB-695A-471E-BE67-19F7A5440389}" type="pres">
      <dgm:prSet presAssocID="{847EED29-CBC1-4EC7-9F39-664D525E6AC3}" presName="arrowNode" presStyleLbl="node1" presStyleIdx="0" presStyleCnt="1"/>
      <dgm:spPr/>
    </dgm:pt>
    <dgm:pt modelId="{DE6B83BD-658B-4094-849F-201CE65022FA}" type="pres">
      <dgm:prSet presAssocID="{FEADC172-F4A6-439A-A3B1-1D91B2544C13}" presName="txNode1" presStyleLbl="revTx" presStyleIdx="0" presStyleCnt="4">
        <dgm:presLayoutVars>
          <dgm:bulletEnabled val="1"/>
        </dgm:presLayoutVars>
      </dgm:prSet>
      <dgm:spPr/>
    </dgm:pt>
    <dgm:pt modelId="{3200C4E7-5DE5-4509-8FDF-317D42502D73}" type="pres">
      <dgm:prSet presAssocID="{1CF42376-5B58-447A-B402-CBBA7D178395}" presName="txNode2" presStyleLbl="revTx" presStyleIdx="1" presStyleCnt="4">
        <dgm:presLayoutVars>
          <dgm:bulletEnabled val="1"/>
        </dgm:presLayoutVars>
      </dgm:prSet>
      <dgm:spPr/>
    </dgm:pt>
    <dgm:pt modelId="{360817E8-7EA2-4C98-B8B8-65E98EDFF2CA}" type="pres">
      <dgm:prSet presAssocID="{C898F26E-AB91-444F-A65F-C16E4233F971}" presName="dotNode2" presStyleCnt="0"/>
      <dgm:spPr/>
    </dgm:pt>
    <dgm:pt modelId="{9D748280-0DCE-431F-872D-C3CCF472BD03}" type="pres">
      <dgm:prSet presAssocID="{C898F26E-AB91-444F-A65F-C16E4233F971}" presName="dotRepeatNode" presStyleLbl="fgShp" presStyleIdx="0" presStyleCnt="2"/>
      <dgm:spPr/>
    </dgm:pt>
    <dgm:pt modelId="{0199A376-0BAC-41F3-95E2-E9CE81B19C67}" type="pres">
      <dgm:prSet presAssocID="{460F63FC-89D2-441B-AA50-F43C0A63B9E6}" presName="txNode3" presStyleLbl="revTx" presStyleIdx="2" presStyleCnt="4">
        <dgm:presLayoutVars>
          <dgm:bulletEnabled val="1"/>
        </dgm:presLayoutVars>
      </dgm:prSet>
      <dgm:spPr/>
    </dgm:pt>
    <dgm:pt modelId="{32586B4C-F1D7-4889-91C4-6A39D223C1EC}" type="pres">
      <dgm:prSet presAssocID="{8A3E1A2D-5501-4EBF-9941-8E53105B6F8C}" presName="dotNode3" presStyleCnt="0"/>
      <dgm:spPr/>
    </dgm:pt>
    <dgm:pt modelId="{0D135570-6F87-4D0D-820B-72DE834BE225}" type="pres">
      <dgm:prSet presAssocID="{8A3E1A2D-5501-4EBF-9941-8E53105B6F8C}" presName="dotRepeatNode" presStyleLbl="fgShp" presStyleIdx="1" presStyleCnt="2"/>
      <dgm:spPr/>
    </dgm:pt>
    <dgm:pt modelId="{3CD1B583-748B-42C0-84BD-BAD08F73ED88}" type="pres">
      <dgm:prSet presAssocID="{693D9C14-5075-4B3D-B5EF-2398143329B9}" presName="txNode4" presStyleLbl="revTx" presStyleIdx="3" presStyleCnt="4">
        <dgm:presLayoutVars>
          <dgm:bulletEnabled val="1"/>
        </dgm:presLayoutVars>
      </dgm:prSet>
      <dgm:spPr/>
    </dgm:pt>
  </dgm:ptLst>
  <dgm:cxnLst>
    <dgm:cxn modelId="{8CF18907-E59C-483F-A5C2-1E95B8EEC257}" srcId="{847EED29-CBC1-4EC7-9F39-664D525E6AC3}" destId="{FEADC172-F4A6-439A-A3B1-1D91B2544C13}" srcOrd="0" destOrd="0" parTransId="{43F2381E-2B41-4DBE-A387-9496599785C3}" sibTransId="{208D9ACD-ABEE-434D-924E-502146957618}"/>
    <dgm:cxn modelId="{82B6FD0E-1EA9-4342-A1BD-F4A8B68CE7CA}" srcId="{847EED29-CBC1-4EC7-9F39-664D525E6AC3}" destId="{1CF42376-5B58-447A-B402-CBBA7D178395}" srcOrd="1" destOrd="0" parTransId="{51999AB7-533E-47FE-995D-EF90D7F1FD27}" sibTransId="{C898F26E-AB91-444F-A65F-C16E4233F971}"/>
    <dgm:cxn modelId="{16736E49-BF6F-4E31-B647-0B0336089A2C}" type="presOf" srcId="{460F63FC-89D2-441B-AA50-F43C0A63B9E6}" destId="{0199A376-0BAC-41F3-95E2-E9CE81B19C67}" srcOrd="0" destOrd="0" presId="urn:microsoft.com/office/officeart/2009/3/layout/DescendingProcess"/>
    <dgm:cxn modelId="{F13D22A4-1E36-4C03-B1B5-50533ABFD284}" type="presOf" srcId="{8A3E1A2D-5501-4EBF-9941-8E53105B6F8C}" destId="{0D135570-6F87-4D0D-820B-72DE834BE225}" srcOrd="0" destOrd="0" presId="urn:microsoft.com/office/officeart/2009/3/layout/DescendingProcess"/>
    <dgm:cxn modelId="{C2C489AA-B1C4-4CE9-8B5E-5BB96F416387}" type="presOf" srcId="{C898F26E-AB91-444F-A65F-C16E4233F971}" destId="{9D748280-0DCE-431F-872D-C3CCF472BD03}" srcOrd="0" destOrd="0" presId="urn:microsoft.com/office/officeart/2009/3/layout/DescendingProcess"/>
    <dgm:cxn modelId="{82C281AE-42BD-405E-B53D-34FC1BFD4D4A}" type="presOf" srcId="{FEADC172-F4A6-439A-A3B1-1D91B2544C13}" destId="{DE6B83BD-658B-4094-849F-201CE65022FA}" srcOrd="0" destOrd="0" presId="urn:microsoft.com/office/officeart/2009/3/layout/DescendingProcess"/>
    <dgm:cxn modelId="{E02FD5CE-27EB-4F8E-8DCE-B4209F28C87A}" srcId="{847EED29-CBC1-4EC7-9F39-664D525E6AC3}" destId="{460F63FC-89D2-441B-AA50-F43C0A63B9E6}" srcOrd="2" destOrd="0" parTransId="{75D73AB4-58A0-4738-955A-80E2654651DB}" sibTransId="{8A3E1A2D-5501-4EBF-9941-8E53105B6F8C}"/>
    <dgm:cxn modelId="{20214FD6-A980-4FC7-B30D-2FF7F99B9148}" type="presOf" srcId="{1CF42376-5B58-447A-B402-CBBA7D178395}" destId="{3200C4E7-5DE5-4509-8FDF-317D42502D73}" srcOrd="0" destOrd="0" presId="urn:microsoft.com/office/officeart/2009/3/layout/DescendingProcess"/>
    <dgm:cxn modelId="{7D7335E3-98B9-45E2-A468-F0FE5BDB8691}" srcId="{847EED29-CBC1-4EC7-9F39-664D525E6AC3}" destId="{693D9C14-5075-4B3D-B5EF-2398143329B9}" srcOrd="3" destOrd="0" parTransId="{D9BF3F6F-E26D-4E7F-B1CD-4D4977B93F9A}" sibTransId="{9FFDA267-884F-42F4-A756-9C47424B6210}"/>
    <dgm:cxn modelId="{8714F4E9-B2CF-45BD-8611-1BD6CBEBAEB1}" type="presOf" srcId="{693D9C14-5075-4B3D-B5EF-2398143329B9}" destId="{3CD1B583-748B-42C0-84BD-BAD08F73ED88}" srcOrd="0" destOrd="0" presId="urn:microsoft.com/office/officeart/2009/3/layout/DescendingProcess"/>
    <dgm:cxn modelId="{39CCDEFD-D4DF-41DE-B2C1-CE51D1873DED}" type="presOf" srcId="{847EED29-CBC1-4EC7-9F39-664D525E6AC3}" destId="{8130B551-A805-43DB-8186-77BF40B0D720}" srcOrd="0" destOrd="0" presId="urn:microsoft.com/office/officeart/2009/3/layout/DescendingProcess"/>
    <dgm:cxn modelId="{C5288CE9-854E-4001-8C6B-48BADE9CB794}" type="presParOf" srcId="{8130B551-A805-43DB-8186-77BF40B0D720}" destId="{58AFABFB-695A-471E-BE67-19F7A5440389}" srcOrd="0" destOrd="0" presId="urn:microsoft.com/office/officeart/2009/3/layout/DescendingProcess"/>
    <dgm:cxn modelId="{0975E5A8-E0AA-4841-9EE2-00639E738C9B}" type="presParOf" srcId="{8130B551-A805-43DB-8186-77BF40B0D720}" destId="{DE6B83BD-658B-4094-849F-201CE65022FA}" srcOrd="1" destOrd="0" presId="urn:microsoft.com/office/officeart/2009/3/layout/DescendingProcess"/>
    <dgm:cxn modelId="{8C5DE061-6859-4D34-915F-BBCAECAE4A25}" type="presParOf" srcId="{8130B551-A805-43DB-8186-77BF40B0D720}" destId="{3200C4E7-5DE5-4509-8FDF-317D42502D73}" srcOrd="2" destOrd="0" presId="urn:microsoft.com/office/officeart/2009/3/layout/DescendingProcess"/>
    <dgm:cxn modelId="{0C7553E0-CA95-4A21-9158-1C1CEBAF6088}" type="presParOf" srcId="{8130B551-A805-43DB-8186-77BF40B0D720}" destId="{360817E8-7EA2-4C98-B8B8-65E98EDFF2CA}" srcOrd="3" destOrd="0" presId="urn:microsoft.com/office/officeart/2009/3/layout/DescendingProcess"/>
    <dgm:cxn modelId="{2B5109BB-7B37-4C9F-86F8-6B4FDF915A33}" type="presParOf" srcId="{360817E8-7EA2-4C98-B8B8-65E98EDFF2CA}" destId="{9D748280-0DCE-431F-872D-C3CCF472BD03}" srcOrd="0" destOrd="0" presId="urn:microsoft.com/office/officeart/2009/3/layout/DescendingProcess"/>
    <dgm:cxn modelId="{3EF8B5F7-22FD-42F1-8969-615B5579AA74}" type="presParOf" srcId="{8130B551-A805-43DB-8186-77BF40B0D720}" destId="{0199A376-0BAC-41F3-95E2-E9CE81B19C67}" srcOrd="4" destOrd="0" presId="urn:microsoft.com/office/officeart/2009/3/layout/DescendingProcess"/>
    <dgm:cxn modelId="{9B179C31-65AF-49F7-9927-2D362BA4122F}" type="presParOf" srcId="{8130B551-A805-43DB-8186-77BF40B0D720}" destId="{32586B4C-F1D7-4889-91C4-6A39D223C1EC}" srcOrd="5" destOrd="0" presId="urn:microsoft.com/office/officeart/2009/3/layout/DescendingProcess"/>
    <dgm:cxn modelId="{285EC773-5EAD-47FA-B841-D4DBD646B14E}" type="presParOf" srcId="{32586B4C-F1D7-4889-91C4-6A39D223C1EC}" destId="{0D135570-6F87-4D0D-820B-72DE834BE225}" srcOrd="0" destOrd="0" presId="urn:microsoft.com/office/officeart/2009/3/layout/DescendingProcess"/>
    <dgm:cxn modelId="{F11D1902-6B16-4F3E-B49E-1EF0BFFC5A9F}" type="presParOf" srcId="{8130B551-A805-43DB-8186-77BF40B0D720}" destId="{3CD1B583-748B-42C0-84BD-BAD08F73ED88}" srcOrd="6" destOrd="0" presId="urn:microsoft.com/office/officeart/2009/3/layout/Descending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FA3518-D2F8-406E-8C00-9CB495AF81D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F709AF2-BF4F-4721-AD9F-6F8EE6DC5060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User Query</a:t>
          </a:r>
        </a:p>
      </dgm:t>
    </dgm:pt>
    <dgm:pt modelId="{04D58AC3-344D-48A2-9279-3E1416AD97FB}" type="parTrans" cxnId="{646CBA9A-0A99-496E-B236-CC3A14541707}">
      <dgm:prSet/>
      <dgm:spPr/>
      <dgm:t>
        <a:bodyPr/>
        <a:lstStyle/>
        <a:p>
          <a:endParaRPr lang="en-US"/>
        </a:p>
      </dgm:t>
    </dgm:pt>
    <dgm:pt modelId="{B6944937-5435-4DFD-88A6-676EC9A54679}" type="sibTrans" cxnId="{646CBA9A-0A99-496E-B236-CC3A14541707}">
      <dgm:prSet/>
      <dgm:spPr/>
      <dgm:t>
        <a:bodyPr/>
        <a:lstStyle/>
        <a:p>
          <a:endParaRPr lang="en-US"/>
        </a:p>
      </dgm:t>
    </dgm:pt>
    <dgm:pt modelId="{017CA6BD-92F5-4957-8A8D-07C644EAFF01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Query Embedding</a:t>
          </a:r>
        </a:p>
      </dgm:t>
    </dgm:pt>
    <dgm:pt modelId="{BF5E7D69-121B-4E69-A99F-6AF676B0073A}" type="parTrans" cxnId="{E80412F7-53A7-4028-A712-8F10FCFAE282}">
      <dgm:prSet/>
      <dgm:spPr/>
      <dgm:t>
        <a:bodyPr/>
        <a:lstStyle/>
        <a:p>
          <a:endParaRPr lang="en-US"/>
        </a:p>
      </dgm:t>
    </dgm:pt>
    <dgm:pt modelId="{83182100-CB13-4AAC-A6A6-37B264E5CFFD}" type="sibTrans" cxnId="{E80412F7-53A7-4028-A712-8F10FCFAE282}">
      <dgm:prSet/>
      <dgm:spPr/>
      <dgm:t>
        <a:bodyPr/>
        <a:lstStyle/>
        <a:p>
          <a:endParaRPr lang="en-US"/>
        </a:p>
      </dgm:t>
    </dgm:pt>
    <dgm:pt modelId="{AE8FF55A-256D-4D06-AAD8-333E91C7D14F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FAISS Similarity Search</a:t>
          </a:r>
        </a:p>
      </dgm:t>
    </dgm:pt>
    <dgm:pt modelId="{666675B8-8C03-47E0-B411-F8E606E4A3F7}" type="parTrans" cxnId="{75139C22-5B33-4A6A-909F-0E2CD0190531}">
      <dgm:prSet/>
      <dgm:spPr/>
      <dgm:t>
        <a:bodyPr/>
        <a:lstStyle/>
        <a:p>
          <a:endParaRPr lang="en-US"/>
        </a:p>
      </dgm:t>
    </dgm:pt>
    <dgm:pt modelId="{2E08377E-EC3D-48D5-8697-55F261B79AEB}" type="sibTrans" cxnId="{75139C22-5B33-4A6A-909F-0E2CD0190531}">
      <dgm:prSet/>
      <dgm:spPr/>
      <dgm:t>
        <a:bodyPr/>
        <a:lstStyle/>
        <a:p>
          <a:endParaRPr lang="en-US"/>
        </a:p>
      </dgm:t>
    </dgm:pt>
    <dgm:pt modelId="{5446DE4C-5E84-40FE-8F08-04F41D39BB8D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Top-K chunks</a:t>
          </a:r>
        </a:p>
      </dgm:t>
    </dgm:pt>
    <dgm:pt modelId="{E1DF238D-81BB-48EA-AE0A-68A605CD91D7}" type="parTrans" cxnId="{F39FD107-EBEE-4A31-B1A2-4143AA4C5041}">
      <dgm:prSet/>
      <dgm:spPr/>
      <dgm:t>
        <a:bodyPr/>
        <a:lstStyle/>
        <a:p>
          <a:endParaRPr lang="en-US"/>
        </a:p>
      </dgm:t>
    </dgm:pt>
    <dgm:pt modelId="{FF02E338-FF35-46E8-98CF-110B392C5EB8}" type="sibTrans" cxnId="{F39FD107-EBEE-4A31-B1A2-4143AA4C5041}">
      <dgm:prSet/>
      <dgm:spPr/>
      <dgm:t>
        <a:bodyPr/>
        <a:lstStyle/>
        <a:p>
          <a:endParaRPr lang="en-US"/>
        </a:p>
      </dgm:t>
    </dgm:pt>
    <dgm:pt modelId="{E2866EF9-D2A3-46AF-88AB-D5386E808133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Cross Encoder Re-Ranking</a:t>
          </a:r>
        </a:p>
      </dgm:t>
    </dgm:pt>
    <dgm:pt modelId="{A45FBE2A-4345-4E71-9208-34A7E1A24031}" type="parTrans" cxnId="{E44359F9-59B5-4258-8883-1F4F56EF6861}">
      <dgm:prSet/>
      <dgm:spPr/>
      <dgm:t>
        <a:bodyPr/>
        <a:lstStyle/>
        <a:p>
          <a:endParaRPr lang="en-US"/>
        </a:p>
      </dgm:t>
    </dgm:pt>
    <dgm:pt modelId="{A19EC9AD-431B-49DD-8DF8-986314A0EE5B}" type="sibTrans" cxnId="{E44359F9-59B5-4258-8883-1F4F56EF6861}">
      <dgm:prSet/>
      <dgm:spPr/>
      <dgm:t>
        <a:bodyPr/>
        <a:lstStyle/>
        <a:p>
          <a:endParaRPr lang="en-US"/>
        </a:p>
      </dgm:t>
    </dgm:pt>
    <dgm:pt modelId="{890B20A8-06AA-48FA-8B85-20237C556AC3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Best Context</a:t>
          </a:r>
        </a:p>
      </dgm:t>
    </dgm:pt>
    <dgm:pt modelId="{A31E1810-B2EA-4FDB-BBDF-226BED94D35C}" type="parTrans" cxnId="{484F5745-AFEC-4536-A711-4BADF8814088}">
      <dgm:prSet/>
      <dgm:spPr/>
      <dgm:t>
        <a:bodyPr/>
        <a:lstStyle/>
        <a:p>
          <a:endParaRPr lang="en-US"/>
        </a:p>
      </dgm:t>
    </dgm:pt>
    <dgm:pt modelId="{6875AC28-CBD9-474E-B186-EC452357838A}" type="sibTrans" cxnId="{484F5745-AFEC-4536-A711-4BADF8814088}">
      <dgm:prSet/>
      <dgm:spPr/>
      <dgm:t>
        <a:bodyPr/>
        <a:lstStyle/>
        <a:p>
          <a:endParaRPr lang="en-US"/>
        </a:p>
      </dgm:t>
    </dgm:pt>
    <dgm:pt modelId="{0E0FDD41-D550-400E-89F9-544B7ECB17A6}" type="pres">
      <dgm:prSet presAssocID="{A0FA3518-D2F8-406E-8C00-9CB495AF81DE}" presName="Name0" presStyleCnt="0">
        <dgm:presLayoutVars>
          <dgm:dir/>
          <dgm:animLvl val="lvl"/>
          <dgm:resizeHandles val="exact"/>
        </dgm:presLayoutVars>
      </dgm:prSet>
      <dgm:spPr/>
    </dgm:pt>
    <dgm:pt modelId="{42E63136-89B9-4172-AD3D-FF36D2C280E0}" type="pres">
      <dgm:prSet presAssocID="{BF709AF2-BF4F-4721-AD9F-6F8EE6DC5060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7DAEE24A-58E3-4BCB-97B8-66FA9C754A71}" type="pres">
      <dgm:prSet presAssocID="{B6944937-5435-4DFD-88A6-676EC9A54679}" presName="parTxOnlySpace" presStyleCnt="0"/>
      <dgm:spPr/>
    </dgm:pt>
    <dgm:pt modelId="{E86F7ED4-C676-42D6-B02B-CD704CC5B74A}" type="pres">
      <dgm:prSet presAssocID="{017CA6BD-92F5-4957-8A8D-07C644EAFF01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678136F8-64A6-4F6E-97AA-2234EF0367BB}" type="pres">
      <dgm:prSet presAssocID="{83182100-CB13-4AAC-A6A6-37B264E5CFFD}" presName="parTxOnlySpace" presStyleCnt="0"/>
      <dgm:spPr/>
    </dgm:pt>
    <dgm:pt modelId="{CBBF2BDE-A584-40F2-8494-2EED625ADA92}" type="pres">
      <dgm:prSet presAssocID="{AE8FF55A-256D-4D06-AAD8-333E91C7D14F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1E9BFE68-8B5F-4F36-8870-B0BF72BFA0A9}" type="pres">
      <dgm:prSet presAssocID="{2E08377E-EC3D-48D5-8697-55F261B79AEB}" presName="parTxOnlySpace" presStyleCnt="0"/>
      <dgm:spPr/>
    </dgm:pt>
    <dgm:pt modelId="{FDFFCF7F-D7E1-4B95-AD79-A19B42A4A748}" type="pres">
      <dgm:prSet presAssocID="{5446DE4C-5E84-40FE-8F08-04F41D39BB8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20F155B-E88C-4255-9D9C-02BC23BABA49}" type="pres">
      <dgm:prSet presAssocID="{FF02E338-FF35-46E8-98CF-110B392C5EB8}" presName="parTxOnlySpace" presStyleCnt="0"/>
      <dgm:spPr/>
    </dgm:pt>
    <dgm:pt modelId="{C68B6BBE-DFFC-4E37-B535-261D057D3707}" type="pres">
      <dgm:prSet presAssocID="{E2866EF9-D2A3-46AF-88AB-D5386E808133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777243CA-09C8-4F4D-BC3A-A1A7358D2B89}" type="pres">
      <dgm:prSet presAssocID="{A19EC9AD-431B-49DD-8DF8-986314A0EE5B}" presName="parTxOnlySpace" presStyleCnt="0"/>
      <dgm:spPr/>
    </dgm:pt>
    <dgm:pt modelId="{9D8EEB78-A243-4A15-85E8-069356A15247}" type="pres">
      <dgm:prSet presAssocID="{890B20A8-06AA-48FA-8B85-20237C556AC3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F39FD107-EBEE-4A31-B1A2-4143AA4C5041}" srcId="{A0FA3518-D2F8-406E-8C00-9CB495AF81DE}" destId="{5446DE4C-5E84-40FE-8F08-04F41D39BB8D}" srcOrd="3" destOrd="0" parTransId="{E1DF238D-81BB-48EA-AE0A-68A605CD91D7}" sibTransId="{FF02E338-FF35-46E8-98CF-110B392C5EB8}"/>
    <dgm:cxn modelId="{75139C22-5B33-4A6A-909F-0E2CD0190531}" srcId="{A0FA3518-D2F8-406E-8C00-9CB495AF81DE}" destId="{AE8FF55A-256D-4D06-AAD8-333E91C7D14F}" srcOrd="2" destOrd="0" parTransId="{666675B8-8C03-47E0-B411-F8E606E4A3F7}" sibTransId="{2E08377E-EC3D-48D5-8697-55F261B79AEB}"/>
    <dgm:cxn modelId="{69B50D2D-0290-4BA4-80FB-BADA9A3413AA}" type="presOf" srcId="{E2866EF9-D2A3-46AF-88AB-D5386E808133}" destId="{C68B6BBE-DFFC-4E37-B535-261D057D3707}" srcOrd="0" destOrd="0" presId="urn:microsoft.com/office/officeart/2005/8/layout/chevron1"/>
    <dgm:cxn modelId="{484F5745-AFEC-4536-A711-4BADF8814088}" srcId="{A0FA3518-D2F8-406E-8C00-9CB495AF81DE}" destId="{890B20A8-06AA-48FA-8B85-20237C556AC3}" srcOrd="5" destOrd="0" parTransId="{A31E1810-B2EA-4FDB-BBDF-226BED94D35C}" sibTransId="{6875AC28-CBD9-474E-B186-EC452357838A}"/>
    <dgm:cxn modelId="{F3CCF945-2945-4137-8C77-34F8CE522A64}" type="presOf" srcId="{BF709AF2-BF4F-4721-AD9F-6F8EE6DC5060}" destId="{42E63136-89B9-4172-AD3D-FF36D2C280E0}" srcOrd="0" destOrd="0" presId="urn:microsoft.com/office/officeart/2005/8/layout/chevron1"/>
    <dgm:cxn modelId="{EB809A83-482A-4700-BE1D-BB23C28A909E}" type="presOf" srcId="{890B20A8-06AA-48FA-8B85-20237C556AC3}" destId="{9D8EEB78-A243-4A15-85E8-069356A15247}" srcOrd="0" destOrd="0" presId="urn:microsoft.com/office/officeart/2005/8/layout/chevron1"/>
    <dgm:cxn modelId="{250FC38F-E151-4622-BDB6-1F5DB1754091}" type="presOf" srcId="{017CA6BD-92F5-4957-8A8D-07C644EAFF01}" destId="{E86F7ED4-C676-42D6-B02B-CD704CC5B74A}" srcOrd="0" destOrd="0" presId="urn:microsoft.com/office/officeart/2005/8/layout/chevron1"/>
    <dgm:cxn modelId="{646CBA9A-0A99-496E-B236-CC3A14541707}" srcId="{A0FA3518-D2F8-406E-8C00-9CB495AF81DE}" destId="{BF709AF2-BF4F-4721-AD9F-6F8EE6DC5060}" srcOrd="0" destOrd="0" parTransId="{04D58AC3-344D-48A2-9279-3E1416AD97FB}" sibTransId="{B6944937-5435-4DFD-88A6-676EC9A54679}"/>
    <dgm:cxn modelId="{96048CC1-6AF3-44C8-8F7A-133B9969E003}" type="presOf" srcId="{5446DE4C-5E84-40FE-8F08-04F41D39BB8D}" destId="{FDFFCF7F-D7E1-4B95-AD79-A19B42A4A748}" srcOrd="0" destOrd="0" presId="urn:microsoft.com/office/officeart/2005/8/layout/chevron1"/>
    <dgm:cxn modelId="{8C0E1FD7-6254-46C8-A623-E71CEB492155}" type="presOf" srcId="{A0FA3518-D2F8-406E-8C00-9CB495AF81DE}" destId="{0E0FDD41-D550-400E-89F9-544B7ECB17A6}" srcOrd="0" destOrd="0" presId="urn:microsoft.com/office/officeart/2005/8/layout/chevron1"/>
    <dgm:cxn modelId="{A398DAD7-E50B-4E98-A023-4FC2253BD0D7}" type="presOf" srcId="{AE8FF55A-256D-4D06-AAD8-333E91C7D14F}" destId="{CBBF2BDE-A584-40F2-8494-2EED625ADA92}" srcOrd="0" destOrd="0" presId="urn:microsoft.com/office/officeart/2005/8/layout/chevron1"/>
    <dgm:cxn modelId="{E80412F7-53A7-4028-A712-8F10FCFAE282}" srcId="{A0FA3518-D2F8-406E-8C00-9CB495AF81DE}" destId="{017CA6BD-92F5-4957-8A8D-07C644EAFF01}" srcOrd="1" destOrd="0" parTransId="{BF5E7D69-121B-4E69-A99F-6AF676B0073A}" sibTransId="{83182100-CB13-4AAC-A6A6-37B264E5CFFD}"/>
    <dgm:cxn modelId="{E44359F9-59B5-4258-8883-1F4F56EF6861}" srcId="{A0FA3518-D2F8-406E-8C00-9CB495AF81DE}" destId="{E2866EF9-D2A3-46AF-88AB-D5386E808133}" srcOrd="4" destOrd="0" parTransId="{A45FBE2A-4345-4E71-9208-34A7E1A24031}" sibTransId="{A19EC9AD-431B-49DD-8DF8-986314A0EE5B}"/>
    <dgm:cxn modelId="{6361772D-2DEC-4D4A-B818-84F53B662D20}" type="presParOf" srcId="{0E0FDD41-D550-400E-89F9-544B7ECB17A6}" destId="{42E63136-89B9-4172-AD3D-FF36D2C280E0}" srcOrd="0" destOrd="0" presId="urn:microsoft.com/office/officeart/2005/8/layout/chevron1"/>
    <dgm:cxn modelId="{B865268E-DB98-4DA6-887C-BF3E0CDFB88B}" type="presParOf" srcId="{0E0FDD41-D550-400E-89F9-544B7ECB17A6}" destId="{7DAEE24A-58E3-4BCB-97B8-66FA9C754A71}" srcOrd="1" destOrd="0" presId="urn:microsoft.com/office/officeart/2005/8/layout/chevron1"/>
    <dgm:cxn modelId="{89EADEBC-F949-4034-B27C-8F059A7ECDE4}" type="presParOf" srcId="{0E0FDD41-D550-400E-89F9-544B7ECB17A6}" destId="{E86F7ED4-C676-42D6-B02B-CD704CC5B74A}" srcOrd="2" destOrd="0" presId="urn:microsoft.com/office/officeart/2005/8/layout/chevron1"/>
    <dgm:cxn modelId="{5966932B-3429-4DC4-8DAF-32BEFDF8881F}" type="presParOf" srcId="{0E0FDD41-D550-400E-89F9-544B7ECB17A6}" destId="{678136F8-64A6-4F6E-97AA-2234EF0367BB}" srcOrd="3" destOrd="0" presId="urn:microsoft.com/office/officeart/2005/8/layout/chevron1"/>
    <dgm:cxn modelId="{C31A84C8-DD7C-4046-845C-306564DA0006}" type="presParOf" srcId="{0E0FDD41-D550-400E-89F9-544B7ECB17A6}" destId="{CBBF2BDE-A584-40F2-8494-2EED625ADA92}" srcOrd="4" destOrd="0" presId="urn:microsoft.com/office/officeart/2005/8/layout/chevron1"/>
    <dgm:cxn modelId="{6B49A941-89E8-4F78-BC3D-100D5E9BBF3D}" type="presParOf" srcId="{0E0FDD41-D550-400E-89F9-544B7ECB17A6}" destId="{1E9BFE68-8B5F-4F36-8870-B0BF72BFA0A9}" srcOrd="5" destOrd="0" presId="urn:microsoft.com/office/officeart/2005/8/layout/chevron1"/>
    <dgm:cxn modelId="{7B937C46-4E1B-4039-AE81-C3F6C284DC94}" type="presParOf" srcId="{0E0FDD41-D550-400E-89F9-544B7ECB17A6}" destId="{FDFFCF7F-D7E1-4B95-AD79-A19B42A4A748}" srcOrd="6" destOrd="0" presId="urn:microsoft.com/office/officeart/2005/8/layout/chevron1"/>
    <dgm:cxn modelId="{677D214B-6846-43FF-B72B-AC694D050000}" type="presParOf" srcId="{0E0FDD41-D550-400E-89F9-544B7ECB17A6}" destId="{820F155B-E88C-4255-9D9C-02BC23BABA49}" srcOrd="7" destOrd="0" presId="urn:microsoft.com/office/officeart/2005/8/layout/chevron1"/>
    <dgm:cxn modelId="{366C59E0-A73B-41A7-B962-B933348F0C46}" type="presParOf" srcId="{0E0FDD41-D550-400E-89F9-544B7ECB17A6}" destId="{C68B6BBE-DFFC-4E37-B535-261D057D3707}" srcOrd="8" destOrd="0" presId="urn:microsoft.com/office/officeart/2005/8/layout/chevron1"/>
    <dgm:cxn modelId="{7D496AD4-359A-4C76-8B6A-6116AFDCA3CF}" type="presParOf" srcId="{0E0FDD41-D550-400E-89F9-544B7ECB17A6}" destId="{777243CA-09C8-4F4D-BC3A-A1A7358D2B89}" srcOrd="9" destOrd="0" presId="urn:microsoft.com/office/officeart/2005/8/layout/chevron1"/>
    <dgm:cxn modelId="{B12B0086-2578-47E2-BFEE-31DD7736D923}" type="presParOf" srcId="{0E0FDD41-D550-400E-89F9-544B7ECB17A6}" destId="{9D8EEB78-A243-4A15-85E8-069356A15247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6089810-6E85-439E-9191-E7F7F10ED6D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A74C22-6CBB-4C8C-B9C8-E9E75369076F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Ingestion Service</a:t>
          </a:r>
        </a:p>
      </dgm:t>
    </dgm:pt>
    <dgm:pt modelId="{7033D498-76B9-495D-84A0-9FA92A1DF0A8}" type="parTrans" cxnId="{F94B0CCA-53A1-4B5B-BAF3-870A23AD16B3}">
      <dgm:prSet/>
      <dgm:spPr/>
      <dgm:t>
        <a:bodyPr/>
        <a:lstStyle/>
        <a:p>
          <a:endParaRPr lang="en-US"/>
        </a:p>
      </dgm:t>
    </dgm:pt>
    <dgm:pt modelId="{A9CF0A44-F9F9-434B-91CF-1362D9610F99}" type="sibTrans" cxnId="{F94B0CCA-53A1-4B5B-BAF3-870A23AD16B3}">
      <dgm:prSet/>
      <dgm:spPr/>
      <dgm:t>
        <a:bodyPr/>
        <a:lstStyle/>
        <a:p>
          <a:endParaRPr lang="en-US"/>
        </a:p>
      </dgm:t>
    </dgm:pt>
    <dgm:pt modelId="{E35B9EAE-C454-4540-B66E-BDA97227052E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Transcript Processing</a:t>
          </a:r>
        </a:p>
      </dgm:t>
    </dgm:pt>
    <dgm:pt modelId="{23186BE6-8CC7-45B6-A3EE-BE55245617D5}" type="parTrans" cxnId="{ACEDFFBE-53F5-46FA-B361-CE9458172B58}">
      <dgm:prSet/>
      <dgm:spPr/>
      <dgm:t>
        <a:bodyPr/>
        <a:lstStyle/>
        <a:p>
          <a:endParaRPr lang="en-US"/>
        </a:p>
      </dgm:t>
    </dgm:pt>
    <dgm:pt modelId="{11B5C701-743A-4133-9DF5-D3D7EE7F325A}" type="sibTrans" cxnId="{ACEDFFBE-53F5-46FA-B361-CE9458172B58}">
      <dgm:prSet/>
      <dgm:spPr/>
      <dgm:t>
        <a:bodyPr/>
        <a:lstStyle/>
        <a:p>
          <a:endParaRPr lang="en-US"/>
        </a:p>
      </dgm:t>
    </dgm:pt>
    <dgm:pt modelId="{9ED669F0-8EA9-4888-8F6E-47C9DDB69909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Retrieval Service</a:t>
          </a:r>
        </a:p>
      </dgm:t>
    </dgm:pt>
    <dgm:pt modelId="{CBF4DC3A-243B-48E5-A11C-4AF21CF5A3C7}" type="parTrans" cxnId="{A12E1F33-6A33-4CFC-AEAA-4AE4C24951B4}">
      <dgm:prSet/>
      <dgm:spPr/>
      <dgm:t>
        <a:bodyPr/>
        <a:lstStyle/>
        <a:p>
          <a:endParaRPr lang="en-US"/>
        </a:p>
      </dgm:t>
    </dgm:pt>
    <dgm:pt modelId="{0F1930FF-5686-42BE-8217-FD817E7CD757}" type="sibTrans" cxnId="{A12E1F33-6A33-4CFC-AEAA-4AE4C24951B4}">
      <dgm:prSet/>
      <dgm:spPr/>
      <dgm:t>
        <a:bodyPr/>
        <a:lstStyle/>
        <a:p>
          <a:endParaRPr lang="en-US"/>
        </a:p>
      </dgm:t>
    </dgm:pt>
    <dgm:pt modelId="{F5459689-C58C-4F89-82EB-5E535B592EF7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FAISS + Reranking</a:t>
          </a:r>
        </a:p>
      </dgm:t>
    </dgm:pt>
    <dgm:pt modelId="{46303243-0348-446C-B8C1-0C70F9A42090}" type="parTrans" cxnId="{195132A7-A964-41DF-AE87-61AE22611B65}">
      <dgm:prSet/>
      <dgm:spPr/>
      <dgm:t>
        <a:bodyPr/>
        <a:lstStyle/>
        <a:p>
          <a:endParaRPr lang="en-US"/>
        </a:p>
      </dgm:t>
    </dgm:pt>
    <dgm:pt modelId="{F777F6F0-08BD-4310-B351-18EE3AC601C1}" type="sibTrans" cxnId="{195132A7-A964-41DF-AE87-61AE22611B65}">
      <dgm:prSet/>
      <dgm:spPr/>
      <dgm:t>
        <a:bodyPr/>
        <a:lstStyle/>
        <a:p>
          <a:endParaRPr lang="en-US"/>
        </a:p>
      </dgm:t>
    </dgm:pt>
    <dgm:pt modelId="{2478375D-26CE-44FC-9613-6A386BE6731C}">
      <dgm:prSet phldrT="[Text]" phldr="0"/>
      <dgm:spPr/>
      <dgm:t>
        <a:bodyPr/>
        <a:lstStyle/>
        <a:p>
          <a:r>
            <a: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Index Manager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B1A7DB1-C780-4EAB-81C5-125386C9E230}" type="parTrans" cxnId="{4D7A815B-5A70-4465-8B71-0FDC02AA9197}">
      <dgm:prSet/>
      <dgm:spPr/>
      <dgm:t>
        <a:bodyPr/>
        <a:lstStyle/>
        <a:p>
          <a:endParaRPr lang="en-US"/>
        </a:p>
      </dgm:t>
    </dgm:pt>
    <dgm:pt modelId="{A214117A-C650-4061-A8B6-086A3496A7C1}" type="sibTrans" cxnId="{4D7A815B-5A70-4465-8B71-0FDC02AA9197}">
      <dgm:prSet/>
      <dgm:spPr/>
      <dgm:t>
        <a:bodyPr/>
        <a:lstStyle/>
        <a:p>
          <a:endParaRPr lang="en-US"/>
        </a:p>
      </dgm:t>
    </dgm:pt>
    <dgm:pt modelId="{AA07FA96-2B78-497D-9E8D-573B2831709F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Load and Cache vector indexes</a:t>
          </a:r>
        </a:p>
      </dgm:t>
    </dgm:pt>
    <dgm:pt modelId="{4416B195-B018-4217-9DC1-33B73624A9AC}" type="parTrans" cxnId="{1AC1E96A-5093-4366-847A-906409CC9384}">
      <dgm:prSet/>
      <dgm:spPr/>
      <dgm:t>
        <a:bodyPr/>
        <a:lstStyle/>
        <a:p>
          <a:endParaRPr lang="en-US"/>
        </a:p>
      </dgm:t>
    </dgm:pt>
    <dgm:pt modelId="{53381F98-A47C-4BBE-82F3-6059059A5FB2}" type="sibTrans" cxnId="{1AC1E96A-5093-4366-847A-906409CC9384}">
      <dgm:prSet/>
      <dgm:spPr/>
      <dgm:t>
        <a:bodyPr/>
        <a:lstStyle/>
        <a:p>
          <a:endParaRPr lang="en-US"/>
        </a:p>
      </dgm:t>
    </dgm:pt>
    <dgm:pt modelId="{18D58348-31F4-4D40-AA36-75C38D6CFE9D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Model Loader</a:t>
          </a:r>
        </a:p>
      </dgm:t>
    </dgm:pt>
    <dgm:pt modelId="{7A4DB31D-ECF5-4C88-AF7A-838D5E44ACCB}" type="parTrans" cxnId="{E9A20A18-2F50-43DB-82F2-6392F4905AB2}">
      <dgm:prSet/>
      <dgm:spPr/>
      <dgm:t>
        <a:bodyPr/>
        <a:lstStyle/>
        <a:p>
          <a:endParaRPr lang="en-US"/>
        </a:p>
      </dgm:t>
    </dgm:pt>
    <dgm:pt modelId="{B81825A2-B84A-47A2-B5D0-961EFBA7EBF8}" type="sibTrans" cxnId="{E9A20A18-2F50-43DB-82F2-6392F4905AB2}">
      <dgm:prSet/>
      <dgm:spPr/>
      <dgm:t>
        <a:bodyPr/>
        <a:lstStyle/>
        <a:p>
          <a:endParaRPr lang="en-US"/>
        </a:p>
      </dgm:t>
    </dgm:pt>
    <dgm:pt modelId="{9DC61692-2195-4953-A208-7BAACBB35F96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Load embedding and reranking model</a:t>
          </a:r>
        </a:p>
      </dgm:t>
    </dgm:pt>
    <dgm:pt modelId="{703EAF29-2AD9-4B2E-9343-8C265FBA14A8}" type="parTrans" cxnId="{7A1AFE07-F424-421F-A377-009A75CF897D}">
      <dgm:prSet/>
      <dgm:spPr/>
      <dgm:t>
        <a:bodyPr/>
        <a:lstStyle/>
        <a:p>
          <a:endParaRPr lang="en-US"/>
        </a:p>
      </dgm:t>
    </dgm:pt>
    <dgm:pt modelId="{6F128F32-BE70-4385-B3C0-2C32D8778551}" type="sibTrans" cxnId="{7A1AFE07-F424-421F-A377-009A75CF897D}">
      <dgm:prSet/>
      <dgm:spPr/>
      <dgm:t>
        <a:bodyPr/>
        <a:lstStyle/>
        <a:p>
          <a:endParaRPr lang="en-US"/>
        </a:p>
      </dgm:t>
    </dgm:pt>
    <dgm:pt modelId="{CFFEE9FC-8B67-4E39-B3C8-80F087882EC4}">
      <dgm:prSet phldrT="[Text]" phldr="0"/>
      <dgm:spPr/>
      <dgm:t>
        <a:bodyPr/>
        <a:lstStyle/>
        <a:p>
          <a:r>
            <a: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Logging system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C37809-8117-4A63-A382-DB08E6F25332}" type="parTrans" cxnId="{A9E16607-450E-4C19-B912-C76A7D24EA3B}">
      <dgm:prSet/>
      <dgm:spPr/>
      <dgm:t>
        <a:bodyPr/>
        <a:lstStyle/>
        <a:p>
          <a:endParaRPr lang="en-US"/>
        </a:p>
      </dgm:t>
    </dgm:pt>
    <dgm:pt modelId="{8DE7C977-C28B-436A-901D-1DD793133D40}" type="sibTrans" cxnId="{A9E16607-450E-4C19-B912-C76A7D24EA3B}">
      <dgm:prSet/>
      <dgm:spPr/>
      <dgm:t>
        <a:bodyPr/>
        <a:lstStyle/>
        <a:p>
          <a:endParaRPr lang="en-US"/>
        </a:p>
      </dgm:t>
    </dgm:pt>
    <dgm:pt modelId="{8F68F52B-6341-4833-B46F-7B6AC7707633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Track queries and Performance</a:t>
          </a:r>
        </a:p>
      </dgm:t>
    </dgm:pt>
    <dgm:pt modelId="{275BA004-0B4F-4D27-B5A0-B17B99314C76}" type="parTrans" cxnId="{F28673B1-DF96-43B2-92D2-4D3DA66B4F7A}">
      <dgm:prSet/>
      <dgm:spPr/>
      <dgm:t>
        <a:bodyPr/>
        <a:lstStyle/>
        <a:p>
          <a:endParaRPr lang="en-US"/>
        </a:p>
      </dgm:t>
    </dgm:pt>
    <dgm:pt modelId="{46208FED-0772-4551-ADC0-CF33CD7D88D1}" type="sibTrans" cxnId="{F28673B1-DF96-43B2-92D2-4D3DA66B4F7A}">
      <dgm:prSet/>
      <dgm:spPr/>
      <dgm:t>
        <a:bodyPr/>
        <a:lstStyle/>
        <a:p>
          <a:endParaRPr lang="en-US"/>
        </a:p>
      </dgm:t>
    </dgm:pt>
    <dgm:pt modelId="{3F82A729-1EC5-4AC4-B0D5-683169577DEB}" type="pres">
      <dgm:prSet presAssocID="{F6089810-6E85-439E-9191-E7F7F10ED6DA}" presName="linear" presStyleCnt="0">
        <dgm:presLayoutVars>
          <dgm:animLvl val="lvl"/>
          <dgm:resizeHandles val="exact"/>
        </dgm:presLayoutVars>
      </dgm:prSet>
      <dgm:spPr/>
    </dgm:pt>
    <dgm:pt modelId="{B333DC22-A15A-4072-A6B5-4D185086CE53}" type="pres">
      <dgm:prSet presAssocID="{89A74C22-6CBB-4C8C-B9C8-E9E75369076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E779D7E-E04D-4DD4-BC1D-C2A15C1027B7}" type="pres">
      <dgm:prSet presAssocID="{89A74C22-6CBB-4C8C-B9C8-E9E75369076F}" presName="childText" presStyleLbl="revTx" presStyleIdx="0" presStyleCnt="5">
        <dgm:presLayoutVars>
          <dgm:bulletEnabled val="1"/>
        </dgm:presLayoutVars>
      </dgm:prSet>
      <dgm:spPr/>
    </dgm:pt>
    <dgm:pt modelId="{75A8D3A9-01FC-4133-B4E6-BA9A9BDCA274}" type="pres">
      <dgm:prSet presAssocID="{9ED669F0-8EA9-4888-8F6E-47C9DDB6990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2776BBD-C034-4C3C-84BD-D57F10B5B436}" type="pres">
      <dgm:prSet presAssocID="{9ED669F0-8EA9-4888-8F6E-47C9DDB69909}" presName="childText" presStyleLbl="revTx" presStyleIdx="1" presStyleCnt="5">
        <dgm:presLayoutVars>
          <dgm:bulletEnabled val="1"/>
        </dgm:presLayoutVars>
      </dgm:prSet>
      <dgm:spPr/>
    </dgm:pt>
    <dgm:pt modelId="{B7C2F881-7042-49A2-8004-9C760D84AA33}" type="pres">
      <dgm:prSet presAssocID="{2478375D-26CE-44FC-9613-6A386BE6731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1827F5A-5931-438F-A360-FD8F2385F1C2}" type="pres">
      <dgm:prSet presAssocID="{2478375D-26CE-44FC-9613-6A386BE6731C}" presName="childText" presStyleLbl="revTx" presStyleIdx="2" presStyleCnt="5">
        <dgm:presLayoutVars>
          <dgm:bulletEnabled val="1"/>
        </dgm:presLayoutVars>
      </dgm:prSet>
      <dgm:spPr/>
    </dgm:pt>
    <dgm:pt modelId="{F255659D-42FA-4CA5-AC7F-6FA5BB6B4574}" type="pres">
      <dgm:prSet presAssocID="{18D58348-31F4-4D40-AA36-75C38D6CFE9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FA43F05-F1B2-4316-BA76-245407A6B02E}" type="pres">
      <dgm:prSet presAssocID="{18D58348-31F4-4D40-AA36-75C38D6CFE9D}" presName="childText" presStyleLbl="revTx" presStyleIdx="3" presStyleCnt="5">
        <dgm:presLayoutVars>
          <dgm:bulletEnabled val="1"/>
        </dgm:presLayoutVars>
      </dgm:prSet>
      <dgm:spPr/>
    </dgm:pt>
    <dgm:pt modelId="{3B20A71A-DE9A-4F06-8A01-791D90B570E2}" type="pres">
      <dgm:prSet presAssocID="{CFFEE9FC-8B67-4E39-B3C8-80F087882EC4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32EFB3E9-C2E8-4024-A8CB-266F160B9FBF}" type="pres">
      <dgm:prSet presAssocID="{CFFEE9FC-8B67-4E39-B3C8-80F087882EC4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A9E16607-450E-4C19-B912-C76A7D24EA3B}" srcId="{F6089810-6E85-439E-9191-E7F7F10ED6DA}" destId="{CFFEE9FC-8B67-4E39-B3C8-80F087882EC4}" srcOrd="4" destOrd="0" parTransId="{83C37809-8117-4A63-A382-DB08E6F25332}" sibTransId="{8DE7C977-C28B-436A-901D-1DD793133D40}"/>
    <dgm:cxn modelId="{7A1AFE07-F424-421F-A377-009A75CF897D}" srcId="{18D58348-31F4-4D40-AA36-75C38D6CFE9D}" destId="{9DC61692-2195-4953-A208-7BAACBB35F96}" srcOrd="0" destOrd="0" parTransId="{703EAF29-2AD9-4B2E-9343-8C265FBA14A8}" sibTransId="{6F128F32-BE70-4385-B3C0-2C32D8778551}"/>
    <dgm:cxn modelId="{DED8F90E-EE79-463A-B639-824DE1A7DA4B}" type="presOf" srcId="{8F68F52B-6341-4833-B46F-7B6AC7707633}" destId="{32EFB3E9-C2E8-4024-A8CB-266F160B9FBF}" srcOrd="0" destOrd="0" presId="urn:microsoft.com/office/officeart/2005/8/layout/vList2"/>
    <dgm:cxn modelId="{E9A20A18-2F50-43DB-82F2-6392F4905AB2}" srcId="{F6089810-6E85-439E-9191-E7F7F10ED6DA}" destId="{18D58348-31F4-4D40-AA36-75C38D6CFE9D}" srcOrd="3" destOrd="0" parTransId="{7A4DB31D-ECF5-4C88-AF7A-838D5E44ACCB}" sibTransId="{B81825A2-B84A-47A2-B5D0-961EFBA7EBF8}"/>
    <dgm:cxn modelId="{BDA42E29-2A0B-4A99-8556-621DE5B93148}" type="presOf" srcId="{9ED669F0-8EA9-4888-8F6E-47C9DDB69909}" destId="{75A8D3A9-01FC-4133-B4E6-BA9A9BDCA274}" srcOrd="0" destOrd="0" presId="urn:microsoft.com/office/officeart/2005/8/layout/vList2"/>
    <dgm:cxn modelId="{A12E1F33-6A33-4CFC-AEAA-4AE4C24951B4}" srcId="{F6089810-6E85-439E-9191-E7F7F10ED6DA}" destId="{9ED669F0-8EA9-4888-8F6E-47C9DDB69909}" srcOrd="1" destOrd="0" parTransId="{CBF4DC3A-243B-48E5-A11C-4AF21CF5A3C7}" sibTransId="{0F1930FF-5686-42BE-8217-FD817E7CD757}"/>
    <dgm:cxn modelId="{4D7A815B-5A70-4465-8B71-0FDC02AA9197}" srcId="{F6089810-6E85-439E-9191-E7F7F10ED6DA}" destId="{2478375D-26CE-44FC-9613-6A386BE6731C}" srcOrd="2" destOrd="0" parTransId="{6B1A7DB1-C780-4EAB-81C5-125386C9E230}" sibTransId="{A214117A-C650-4061-A8B6-086A3496A7C1}"/>
    <dgm:cxn modelId="{BFD22147-9770-431F-920A-684CE8E90207}" type="presOf" srcId="{F6089810-6E85-439E-9191-E7F7F10ED6DA}" destId="{3F82A729-1EC5-4AC4-B0D5-683169577DEB}" srcOrd="0" destOrd="0" presId="urn:microsoft.com/office/officeart/2005/8/layout/vList2"/>
    <dgm:cxn modelId="{1AC1E96A-5093-4366-847A-906409CC9384}" srcId="{2478375D-26CE-44FC-9613-6A386BE6731C}" destId="{AA07FA96-2B78-497D-9E8D-573B2831709F}" srcOrd="0" destOrd="0" parTransId="{4416B195-B018-4217-9DC1-33B73624A9AC}" sibTransId="{53381F98-A47C-4BBE-82F3-6059059A5FB2}"/>
    <dgm:cxn modelId="{F24A6670-D4CA-401F-8D62-DC6DE351E2AE}" type="presOf" srcId="{18D58348-31F4-4D40-AA36-75C38D6CFE9D}" destId="{F255659D-42FA-4CA5-AC7F-6FA5BB6B4574}" srcOrd="0" destOrd="0" presId="urn:microsoft.com/office/officeart/2005/8/layout/vList2"/>
    <dgm:cxn modelId="{90FDE153-DB6E-44BE-B7BF-F374A490461D}" type="presOf" srcId="{CFFEE9FC-8B67-4E39-B3C8-80F087882EC4}" destId="{3B20A71A-DE9A-4F06-8A01-791D90B570E2}" srcOrd="0" destOrd="0" presId="urn:microsoft.com/office/officeart/2005/8/layout/vList2"/>
    <dgm:cxn modelId="{995A3981-8B92-43DD-87B4-9424555236FF}" type="presOf" srcId="{2478375D-26CE-44FC-9613-6A386BE6731C}" destId="{B7C2F881-7042-49A2-8004-9C760D84AA33}" srcOrd="0" destOrd="0" presId="urn:microsoft.com/office/officeart/2005/8/layout/vList2"/>
    <dgm:cxn modelId="{E5108097-1C87-4BE9-8DD6-754350AF3B5E}" type="presOf" srcId="{F5459689-C58C-4F89-82EB-5E535B592EF7}" destId="{62776BBD-C034-4C3C-84BD-D57F10B5B436}" srcOrd="0" destOrd="0" presId="urn:microsoft.com/office/officeart/2005/8/layout/vList2"/>
    <dgm:cxn modelId="{195132A7-A964-41DF-AE87-61AE22611B65}" srcId="{9ED669F0-8EA9-4888-8F6E-47C9DDB69909}" destId="{F5459689-C58C-4F89-82EB-5E535B592EF7}" srcOrd="0" destOrd="0" parTransId="{46303243-0348-446C-B8C1-0C70F9A42090}" sibTransId="{F777F6F0-08BD-4310-B351-18EE3AC601C1}"/>
    <dgm:cxn modelId="{F28673B1-DF96-43B2-92D2-4D3DA66B4F7A}" srcId="{CFFEE9FC-8B67-4E39-B3C8-80F087882EC4}" destId="{8F68F52B-6341-4833-B46F-7B6AC7707633}" srcOrd="0" destOrd="0" parTransId="{275BA004-0B4F-4D27-B5A0-B17B99314C76}" sibTransId="{46208FED-0772-4551-ADC0-CF33CD7D88D1}"/>
    <dgm:cxn modelId="{C112A8BB-2939-48EB-B1C0-F23344C3D952}" type="presOf" srcId="{E35B9EAE-C454-4540-B66E-BDA97227052E}" destId="{2E779D7E-E04D-4DD4-BC1D-C2A15C1027B7}" srcOrd="0" destOrd="0" presId="urn:microsoft.com/office/officeart/2005/8/layout/vList2"/>
    <dgm:cxn modelId="{ACEDFFBE-53F5-46FA-B361-CE9458172B58}" srcId="{89A74C22-6CBB-4C8C-B9C8-E9E75369076F}" destId="{E35B9EAE-C454-4540-B66E-BDA97227052E}" srcOrd="0" destOrd="0" parTransId="{23186BE6-8CC7-45B6-A3EE-BE55245617D5}" sibTransId="{11B5C701-743A-4133-9DF5-D3D7EE7F325A}"/>
    <dgm:cxn modelId="{C47A28C6-5D09-458F-ABBF-200D410075B7}" type="presOf" srcId="{AA07FA96-2B78-497D-9E8D-573B2831709F}" destId="{C1827F5A-5931-438F-A360-FD8F2385F1C2}" srcOrd="0" destOrd="0" presId="urn:microsoft.com/office/officeart/2005/8/layout/vList2"/>
    <dgm:cxn modelId="{F94B0CCA-53A1-4B5B-BAF3-870A23AD16B3}" srcId="{F6089810-6E85-439E-9191-E7F7F10ED6DA}" destId="{89A74C22-6CBB-4C8C-B9C8-E9E75369076F}" srcOrd="0" destOrd="0" parTransId="{7033D498-76B9-495D-84A0-9FA92A1DF0A8}" sibTransId="{A9CF0A44-F9F9-434B-91CF-1362D9610F99}"/>
    <dgm:cxn modelId="{A60C55F2-1EDF-4BA4-94C2-28958961CB37}" type="presOf" srcId="{89A74C22-6CBB-4C8C-B9C8-E9E75369076F}" destId="{B333DC22-A15A-4072-A6B5-4D185086CE53}" srcOrd="0" destOrd="0" presId="urn:microsoft.com/office/officeart/2005/8/layout/vList2"/>
    <dgm:cxn modelId="{CEC2AFF4-3584-4EA1-BA9F-838B4B7939FA}" type="presOf" srcId="{9DC61692-2195-4953-A208-7BAACBB35F96}" destId="{CFA43F05-F1B2-4316-BA76-245407A6B02E}" srcOrd="0" destOrd="0" presId="urn:microsoft.com/office/officeart/2005/8/layout/vList2"/>
    <dgm:cxn modelId="{88B27F5D-0343-4477-BFF6-7B7CA0012D88}" type="presParOf" srcId="{3F82A729-1EC5-4AC4-B0D5-683169577DEB}" destId="{B333DC22-A15A-4072-A6B5-4D185086CE53}" srcOrd="0" destOrd="0" presId="urn:microsoft.com/office/officeart/2005/8/layout/vList2"/>
    <dgm:cxn modelId="{4B02CC03-CDFC-46FD-939A-2CD5BCD25440}" type="presParOf" srcId="{3F82A729-1EC5-4AC4-B0D5-683169577DEB}" destId="{2E779D7E-E04D-4DD4-BC1D-C2A15C1027B7}" srcOrd="1" destOrd="0" presId="urn:microsoft.com/office/officeart/2005/8/layout/vList2"/>
    <dgm:cxn modelId="{9CABF0ED-2D9E-4174-ABA4-C3E23393865A}" type="presParOf" srcId="{3F82A729-1EC5-4AC4-B0D5-683169577DEB}" destId="{75A8D3A9-01FC-4133-B4E6-BA9A9BDCA274}" srcOrd="2" destOrd="0" presId="urn:microsoft.com/office/officeart/2005/8/layout/vList2"/>
    <dgm:cxn modelId="{241E6D45-FC9F-4533-AFE0-685DF388BD6D}" type="presParOf" srcId="{3F82A729-1EC5-4AC4-B0D5-683169577DEB}" destId="{62776BBD-C034-4C3C-84BD-D57F10B5B436}" srcOrd="3" destOrd="0" presId="urn:microsoft.com/office/officeart/2005/8/layout/vList2"/>
    <dgm:cxn modelId="{3184A305-BB97-41D5-AF9A-020AE3C580D8}" type="presParOf" srcId="{3F82A729-1EC5-4AC4-B0D5-683169577DEB}" destId="{B7C2F881-7042-49A2-8004-9C760D84AA33}" srcOrd="4" destOrd="0" presId="urn:microsoft.com/office/officeart/2005/8/layout/vList2"/>
    <dgm:cxn modelId="{1AE68A48-FD14-4691-9B09-BE17DEF5B188}" type="presParOf" srcId="{3F82A729-1EC5-4AC4-B0D5-683169577DEB}" destId="{C1827F5A-5931-438F-A360-FD8F2385F1C2}" srcOrd="5" destOrd="0" presId="urn:microsoft.com/office/officeart/2005/8/layout/vList2"/>
    <dgm:cxn modelId="{6A98B71C-1D04-49D1-B11D-995DCC254F3A}" type="presParOf" srcId="{3F82A729-1EC5-4AC4-B0D5-683169577DEB}" destId="{F255659D-42FA-4CA5-AC7F-6FA5BB6B4574}" srcOrd="6" destOrd="0" presId="urn:microsoft.com/office/officeart/2005/8/layout/vList2"/>
    <dgm:cxn modelId="{13CA81C1-9F19-40E4-B103-0279D2AAEFD3}" type="presParOf" srcId="{3F82A729-1EC5-4AC4-B0D5-683169577DEB}" destId="{CFA43F05-F1B2-4316-BA76-245407A6B02E}" srcOrd="7" destOrd="0" presId="urn:microsoft.com/office/officeart/2005/8/layout/vList2"/>
    <dgm:cxn modelId="{2EE4EC4B-78C2-43CF-923F-0A190484F1B9}" type="presParOf" srcId="{3F82A729-1EC5-4AC4-B0D5-683169577DEB}" destId="{3B20A71A-DE9A-4F06-8A01-791D90B570E2}" srcOrd="8" destOrd="0" presId="urn:microsoft.com/office/officeart/2005/8/layout/vList2"/>
    <dgm:cxn modelId="{3B08EED3-0012-423E-983C-C5B68F6435A9}" type="presParOf" srcId="{3F82A729-1EC5-4AC4-B0D5-683169577DEB}" destId="{32EFB3E9-C2E8-4024-A8CB-266F160B9FBF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5B10F3B-FB92-492B-B211-80A35A555E0E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58B5D5-4A9A-47E1-82AD-48B000F7DA31}">
      <dgm:prSet phldrT="[Text]" phldr="0"/>
      <dgm:spPr/>
      <dgm:t>
        <a:bodyPr/>
        <a:lstStyle/>
        <a:p>
          <a:r>
            <a:rPr lang="en-US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Precision@k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A3DD398-8C9F-41E0-BC51-B6E1CD773ED0}" type="parTrans" cxnId="{B4B00BE6-4ABA-4383-9CED-BFDEA9526DC5}">
      <dgm:prSet/>
      <dgm:spPr/>
      <dgm:t>
        <a:bodyPr/>
        <a:lstStyle/>
        <a:p>
          <a:endParaRPr lang="en-US"/>
        </a:p>
      </dgm:t>
    </dgm:pt>
    <dgm:pt modelId="{F7E45140-CDA4-4761-B183-E45A789A53EA}" type="sibTrans" cxnId="{B4B00BE6-4ABA-4383-9CED-BFDEA9526DC5}">
      <dgm:prSet/>
      <dgm:spPr/>
      <dgm:t>
        <a:bodyPr/>
        <a:lstStyle/>
        <a:p>
          <a:endParaRPr lang="en-US"/>
        </a:p>
      </dgm:t>
    </dgm:pt>
    <dgm:pt modelId="{C3014872-E9F2-4F5B-B4F8-98CB65E9A98D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How many retrieved chunks are relevant</a:t>
          </a:r>
        </a:p>
      </dgm:t>
    </dgm:pt>
    <dgm:pt modelId="{46A4AB0D-33CC-430D-ADCB-1801A9A80EA8}" type="parTrans" cxnId="{117437A8-FC27-4064-A14A-B14080784850}">
      <dgm:prSet/>
      <dgm:spPr/>
      <dgm:t>
        <a:bodyPr/>
        <a:lstStyle/>
        <a:p>
          <a:endParaRPr lang="en-US"/>
        </a:p>
      </dgm:t>
    </dgm:pt>
    <dgm:pt modelId="{39B0E52F-93B3-4D25-8AD8-C423F531A2F4}" type="sibTrans" cxnId="{117437A8-FC27-4064-A14A-B14080784850}">
      <dgm:prSet/>
      <dgm:spPr/>
      <dgm:t>
        <a:bodyPr/>
        <a:lstStyle/>
        <a:p>
          <a:endParaRPr lang="en-US"/>
        </a:p>
      </dgm:t>
    </dgm:pt>
    <dgm:pt modelId="{B02F41C9-46BA-4C2D-AAEC-198637A1A59D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Faithfulness</a:t>
          </a:r>
        </a:p>
      </dgm:t>
    </dgm:pt>
    <dgm:pt modelId="{F79C3AC3-9BF6-4F33-ADA8-519F29965BC9}" type="parTrans" cxnId="{19D42DFE-567F-4436-8403-97149212062C}">
      <dgm:prSet/>
      <dgm:spPr/>
      <dgm:t>
        <a:bodyPr/>
        <a:lstStyle/>
        <a:p>
          <a:endParaRPr lang="en-US"/>
        </a:p>
      </dgm:t>
    </dgm:pt>
    <dgm:pt modelId="{CD771176-FAA2-45B2-B258-F15B0FC60D39}" type="sibTrans" cxnId="{19D42DFE-567F-4436-8403-97149212062C}">
      <dgm:prSet/>
      <dgm:spPr/>
      <dgm:t>
        <a:bodyPr/>
        <a:lstStyle/>
        <a:p>
          <a:endParaRPr lang="en-US"/>
        </a:p>
      </dgm:t>
    </dgm:pt>
    <dgm:pt modelId="{3A5AAEC9-D1F6-4454-9DC9-398C38107ED3}">
      <dgm:prSet phldrT="[Text]"/>
      <dgm:spPr/>
      <dgm:t>
        <a:bodyPr/>
        <a:lstStyle/>
        <a:p>
          <a:pPr>
            <a:buNone/>
          </a:pPr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checks whether generated answers are supported by retrieved context</a:t>
          </a:r>
        </a:p>
      </dgm:t>
    </dgm:pt>
    <dgm:pt modelId="{E748929F-CBB3-4B60-922A-675A69431120}" type="parTrans" cxnId="{FE8F1210-B02E-4181-A081-E0F90D5B5574}">
      <dgm:prSet/>
      <dgm:spPr/>
      <dgm:t>
        <a:bodyPr/>
        <a:lstStyle/>
        <a:p>
          <a:endParaRPr lang="en-US"/>
        </a:p>
      </dgm:t>
    </dgm:pt>
    <dgm:pt modelId="{41D5F823-AC05-4E34-B99E-924D8F49998E}" type="sibTrans" cxnId="{FE8F1210-B02E-4181-A081-E0F90D5B5574}">
      <dgm:prSet/>
      <dgm:spPr/>
      <dgm:t>
        <a:bodyPr/>
        <a:lstStyle/>
        <a:p>
          <a:endParaRPr lang="en-US"/>
        </a:p>
      </dgm:t>
    </dgm:pt>
    <dgm:pt modelId="{86703804-9DB4-4DC6-A377-8459F04FACA4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Answer Relevance</a:t>
          </a:r>
        </a:p>
      </dgm:t>
    </dgm:pt>
    <dgm:pt modelId="{16838B4B-8D9B-49B8-B449-BCD8E33D73C6}" type="parTrans" cxnId="{63130BF6-D5D1-4195-B7E2-31EE057EAA37}">
      <dgm:prSet/>
      <dgm:spPr/>
      <dgm:t>
        <a:bodyPr/>
        <a:lstStyle/>
        <a:p>
          <a:endParaRPr lang="en-US"/>
        </a:p>
      </dgm:t>
    </dgm:pt>
    <dgm:pt modelId="{2FDE5668-A93C-4C21-9ED8-8CF18760E4A1}" type="sibTrans" cxnId="{63130BF6-D5D1-4195-B7E2-31EE057EAA37}">
      <dgm:prSet/>
      <dgm:spPr/>
      <dgm:t>
        <a:bodyPr/>
        <a:lstStyle/>
        <a:p>
          <a:endParaRPr lang="en-US"/>
        </a:p>
      </dgm:t>
    </dgm:pt>
    <dgm:pt modelId="{8BD7EB28-D0C3-4058-B10B-1BBE14D3BF51}">
      <dgm:prSet phldrT="[Text]"/>
      <dgm:spPr/>
      <dgm:t>
        <a:bodyPr/>
        <a:lstStyle/>
        <a:p>
          <a:pPr>
            <a:buNone/>
          </a:pPr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evaluates whether the answer addresses the user question</a:t>
          </a:r>
        </a:p>
      </dgm:t>
    </dgm:pt>
    <dgm:pt modelId="{C511E259-8409-4C1A-8952-E1813BA468A4}" type="parTrans" cxnId="{CC726011-DF7F-4EF7-930D-32BC19449F0B}">
      <dgm:prSet/>
      <dgm:spPr/>
      <dgm:t>
        <a:bodyPr/>
        <a:lstStyle/>
        <a:p>
          <a:endParaRPr lang="en-US"/>
        </a:p>
      </dgm:t>
    </dgm:pt>
    <dgm:pt modelId="{6F5593C2-7B27-4F82-8E34-BE3359A503C6}" type="sibTrans" cxnId="{CC726011-DF7F-4EF7-930D-32BC19449F0B}">
      <dgm:prSet/>
      <dgm:spPr/>
      <dgm:t>
        <a:bodyPr/>
        <a:lstStyle/>
        <a:p>
          <a:endParaRPr lang="en-US"/>
        </a:p>
      </dgm:t>
    </dgm:pt>
    <dgm:pt modelId="{930E3057-D30F-4CB5-86F8-486E1C3524F0}" type="pres">
      <dgm:prSet presAssocID="{F5B10F3B-FB92-492B-B211-80A35A555E0E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1D988EA2-F1AD-46F4-B5A4-B19C7A0704C4}" type="pres">
      <dgm:prSet presAssocID="{F758B5D5-4A9A-47E1-82AD-48B000F7DA31}" presName="composite" presStyleCnt="0"/>
      <dgm:spPr/>
    </dgm:pt>
    <dgm:pt modelId="{FDA4DEB2-B3DD-4F86-9F01-634DFF09B35E}" type="pres">
      <dgm:prSet presAssocID="{F758B5D5-4A9A-47E1-82AD-48B000F7DA31}" presName="FirstChild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B99F3C9C-550F-48C1-B6DA-6D50C03E46A8}" type="pres">
      <dgm:prSet presAssocID="{F758B5D5-4A9A-47E1-82AD-48B000F7DA31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F8134645-99E3-41A6-8598-F3472A2AD3A7}" type="pres">
      <dgm:prSet presAssocID="{F758B5D5-4A9A-47E1-82AD-48B000F7DA31}" presName="Accent" presStyleLbl="parChTrans1D1" presStyleIdx="0" presStyleCnt="3"/>
      <dgm:spPr/>
    </dgm:pt>
    <dgm:pt modelId="{C9F4B12C-C55E-456C-B5EF-6EC85EDDA891}" type="pres">
      <dgm:prSet presAssocID="{F7E45140-CDA4-4761-B183-E45A789A53EA}" presName="sibTrans" presStyleCnt="0"/>
      <dgm:spPr/>
    </dgm:pt>
    <dgm:pt modelId="{EB1041B8-05F8-40B3-9E07-37308EC236EA}" type="pres">
      <dgm:prSet presAssocID="{B02F41C9-46BA-4C2D-AAEC-198637A1A59D}" presName="composite" presStyleCnt="0"/>
      <dgm:spPr/>
    </dgm:pt>
    <dgm:pt modelId="{CD3A7F92-4946-427E-9957-9450852D0095}" type="pres">
      <dgm:prSet presAssocID="{B02F41C9-46BA-4C2D-AAEC-198637A1A59D}" presName="FirstChild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AB66F730-F8DC-456B-ACCF-C4069F2760CA}" type="pres">
      <dgm:prSet presAssocID="{B02F41C9-46BA-4C2D-AAEC-198637A1A59D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25FE2A35-44B5-45B7-8B0D-8443FDF3730E}" type="pres">
      <dgm:prSet presAssocID="{B02F41C9-46BA-4C2D-AAEC-198637A1A59D}" presName="Accent" presStyleLbl="parChTrans1D1" presStyleIdx="1" presStyleCnt="3"/>
      <dgm:spPr/>
    </dgm:pt>
    <dgm:pt modelId="{D1BFABB9-4447-4762-93A6-1E5420D5B0B4}" type="pres">
      <dgm:prSet presAssocID="{CD771176-FAA2-45B2-B258-F15B0FC60D39}" presName="sibTrans" presStyleCnt="0"/>
      <dgm:spPr/>
    </dgm:pt>
    <dgm:pt modelId="{632DF7A4-F8FA-4412-9AA8-DFF0023B3B2B}" type="pres">
      <dgm:prSet presAssocID="{86703804-9DB4-4DC6-A377-8459F04FACA4}" presName="composite" presStyleCnt="0"/>
      <dgm:spPr/>
    </dgm:pt>
    <dgm:pt modelId="{8EB0C4CD-E7F7-4BBE-B983-CEC90193EC83}" type="pres">
      <dgm:prSet presAssocID="{86703804-9DB4-4DC6-A377-8459F04FACA4}" presName="FirstChild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5F09E877-D47C-47A9-BD25-E07EDC578172}" type="pres">
      <dgm:prSet presAssocID="{86703804-9DB4-4DC6-A377-8459F04FACA4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5FA743D8-E59C-44F3-8FF0-2FFEA189C162}" type="pres">
      <dgm:prSet presAssocID="{86703804-9DB4-4DC6-A377-8459F04FACA4}" presName="Accent" presStyleLbl="parChTrans1D1" presStyleIdx="2" presStyleCnt="3"/>
      <dgm:spPr/>
    </dgm:pt>
  </dgm:ptLst>
  <dgm:cxnLst>
    <dgm:cxn modelId="{FAC69706-66ED-49D5-A1DD-5677F2179E50}" type="presOf" srcId="{B02F41C9-46BA-4C2D-AAEC-198637A1A59D}" destId="{AB66F730-F8DC-456B-ACCF-C4069F2760CA}" srcOrd="0" destOrd="0" presId="urn:microsoft.com/office/officeart/2011/layout/TabList"/>
    <dgm:cxn modelId="{FE8F1210-B02E-4181-A081-E0F90D5B5574}" srcId="{B02F41C9-46BA-4C2D-AAEC-198637A1A59D}" destId="{3A5AAEC9-D1F6-4454-9DC9-398C38107ED3}" srcOrd="0" destOrd="0" parTransId="{E748929F-CBB3-4B60-922A-675A69431120}" sibTransId="{41D5F823-AC05-4E34-B99E-924D8F49998E}"/>
    <dgm:cxn modelId="{CC726011-DF7F-4EF7-930D-32BC19449F0B}" srcId="{86703804-9DB4-4DC6-A377-8459F04FACA4}" destId="{8BD7EB28-D0C3-4058-B10B-1BBE14D3BF51}" srcOrd="0" destOrd="0" parTransId="{C511E259-8409-4C1A-8952-E1813BA468A4}" sibTransId="{6F5593C2-7B27-4F82-8E34-BE3359A503C6}"/>
    <dgm:cxn modelId="{500F3D24-D9A3-4E20-B082-D447469AAC05}" type="presOf" srcId="{F758B5D5-4A9A-47E1-82AD-48B000F7DA31}" destId="{B99F3C9C-550F-48C1-B6DA-6D50C03E46A8}" srcOrd="0" destOrd="0" presId="urn:microsoft.com/office/officeart/2011/layout/TabList"/>
    <dgm:cxn modelId="{1096DA64-01CF-49E5-BAF9-91CDFA03DAC7}" type="presOf" srcId="{F5B10F3B-FB92-492B-B211-80A35A555E0E}" destId="{930E3057-D30F-4CB5-86F8-486E1C3524F0}" srcOrd="0" destOrd="0" presId="urn:microsoft.com/office/officeart/2011/layout/TabList"/>
    <dgm:cxn modelId="{93C8FA7D-0360-4477-8D92-037B05C7F421}" type="presOf" srcId="{86703804-9DB4-4DC6-A377-8459F04FACA4}" destId="{5F09E877-D47C-47A9-BD25-E07EDC578172}" srcOrd="0" destOrd="0" presId="urn:microsoft.com/office/officeart/2011/layout/TabList"/>
    <dgm:cxn modelId="{220F218F-5E9E-412B-90F0-104CE1B54EC2}" type="presOf" srcId="{C3014872-E9F2-4F5B-B4F8-98CB65E9A98D}" destId="{FDA4DEB2-B3DD-4F86-9F01-634DFF09B35E}" srcOrd="0" destOrd="0" presId="urn:microsoft.com/office/officeart/2011/layout/TabList"/>
    <dgm:cxn modelId="{4B8B5E90-0CE0-4956-AD5D-7C0F5BB9E587}" type="presOf" srcId="{8BD7EB28-D0C3-4058-B10B-1BBE14D3BF51}" destId="{8EB0C4CD-E7F7-4BBE-B983-CEC90193EC83}" srcOrd="0" destOrd="0" presId="urn:microsoft.com/office/officeart/2011/layout/TabList"/>
    <dgm:cxn modelId="{117437A8-FC27-4064-A14A-B14080784850}" srcId="{F758B5D5-4A9A-47E1-82AD-48B000F7DA31}" destId="{C3014872-E9F2-4F5B-B4F8-98CB65E9A98D}" srcOrd="0" destOrd="0" parTransId="{46A4AB0D-33CC-430D-ADCB-1801A9A80EA8}" sibTransId="{39B0E52F-93B3-4D25-8AD8-C423F531A2F4}"/>
    <dgm:cxn modelId="{95F13EE4-53B8-4DB5-9430-8122DE5C5166}" type="presOf" srcId="{3A5AAEC9-D1F6-4454-9DC9-398C38107ED3}" destId="{CD3A7F92-4946-427E-9957-9450852D0095}" srcOrd="0" destOrd="0" presId="urn:microsoft.com/office/officeart/2011/layout/TabList"/>
    <dgm:cxn modelId="{B4B00BE6-4ABA-4383-9CED-BFDEA9526DC5}" srcId="{F5B10F3B-FB92-492B-B211-80A35A555E0E}" destId="{F758B5D5-4A9A-47E1-82AD-48B000F7DA31}" srcOrd="0" destOrd="0" parTransId="{7A3DD398-8C9F-41E0-BC51-B6E1CD773ED0}" sibTransId="{F7E45140-CDA4-4761-B183-E45A789A53EA}"/>
    <dgm:cxn modelId="{63130BF6-D5D1-4195-B7E2-31EE057EAA37}" srcId="{F5B10F3B-FB92-492B-B211-80A35A555E0E}" destId="{86703804-9DB4-4DC6-A377-8459F04FACA4}" srcOrd="2" destOrd="0" parTransId="{16838B4B-8D9B-49B8-B449-BCD8E33D73C6}" sibTransId="{2FDE5668-A93C-4C21-9ED8-8CF18760E4A1}"/>
    <dgm:cxn modelId="{19D42DFE-567F-4436-8403-97149212062C}" srcId="{F5B10F3B-FB92-492B-B211-80A35A555E0E}" destId="{B02F41C9-46BA-4C2D-AAEC-198637A1A59D}" srcOrd="1" destOrd="0" parTransId="{F79C3AC3-9BF6-4F33-ADA8-519F29965BC9}" sibTransId="{CD771176-FAA2-45B2-B258-F15B0FC60D39}"/>
    <dgm:cxn modelId="{F8C1535E-595D-4F52-81A2-4A85E1E4BA07}" type="presParOf" srcId="{930E3057-D30F-4CB5-86F8-486E1C3524F0}" destId="{1D988EA2-F1AD-46F4-B5A4-B19C7A0704C4}" srcOrd="0" destOrd="0" presId="urn:microsoft.com/office/officeart/2011/layout/TabList"/>
    <dgm:cxn modelId="{47B87BF6-2772-4826-BC3A-55F29B8645B6}" type="presParOf" srcId="{1D988EA2-F1AD-46F4-B5A4-B19C7A0704C4}" destId="{FDA4DEB2-B3DD-4F86-9F01-634DFF09B35E}" srcOrd="0" destOrd="0" presId="urn:microsoft.com/office/officeart/2011/layout/TabList"/>
    <dgm:cxn modelId="{E8E04567-E6AA-4352-BF10-FE6D4E4D5397}" type="presParOf" srcId="{1D988EA2-F1AD-46F4-B5A4-B19C7A0704C4}" destId="{B99F3C9C-550F-48C1-B6DA-6D50C03E46A8}" srcOrd="1" destOrd="0" presId="urn:microsoft.com/office/officeart/2011/layout/TabList"/>
    <dgm:cxn modelId="{ECC09F08-7C67-422C-BF8E-AC2E34CB6E28}" type="presParOf" srcId="{1D988EA2-F1AD-46F4-B5A4-B19C7A0704C4}" destId="{F8134645-99E3-41A6-8598-F3472A2AD3A7}" srcOrd="2" destOrd="0" presId="urn:microsoft.com/office/officeart/2011/layout/TabList"/>
    <dgm:cxn modelId="{BFE176E6-1D31-4490-90EA-8B93A6B352CF}" type="presParOf" srcId="{930E3057-D30F-4CB5-86F8-486E1C3524F0}" destId="{C9F4B12C-C55E-456C-B5EF-6EC85EDDA891}" srcOrd="1" destOrd="0" presId="urn:microsoft.com/office/officeart/2011/layout/TabList"/>
    <dgm:cxn modelId="{8969F1F0-83F0-4B84-94B5-DAC8FD7DCC42}" type="presParOf" srcId="{930E3057-D30F-4CB5-86F8-486E1C3524F0}" destId="{EB1041B8-05F8-40B3-9E07-37308EC236EA}" srcOrd="2" destOrd="0" presId="urn:microsoft.com/office/officeart/2011/layout/TabList"/>
    <dgm:cxn modelId="{DF7A9963-F469-487F-80FF-67100DA4D21F}" type="presParOf" srcId="{EB1041B8-05F8-40B3-9E07-37308EC236EA}" destId="{CD3A7F92-4946-427E-9957-9450852D0095}" srcOrd="0" destOrd="0" presId="urn:microsoft.com/office/officeart/2011/layout/TabList"/>
    <dgm:cxn modelId="{F3958D51-C462-4B84-922F-1FC9A2ECB144}" type="presParOf" srcId="{EB1041B8-05F8-40B3-9E07-37308EC236EA}" destId="{AB66F730-F8DC-456B-ACCF-C4069F2760CA}" srcOrd="1" destOrd="0" presId="urn:microsoft.com/office/officeart/2011/layout/TabList"/>
    <dgm:cxn modelId="{9C2A5007-D23F-40D6-AB78-4BED83B32F7D}" type="presParOf" srcId="{EB1041B8-05F8-40B3-9E07-37308EC236EA}" destId="{25FE2A35-44B5-45B7-8B0D-8443FDF3730E}" srcOrd="2" destOrd="0" presId="urn:microsoft.com/office/officeart/2011/layout/TabList"/>
    <dgm:cxn modelId="{8E106574-1C40-4882-B733-3D43AB483065}" type="presParOf" srcId="{930E3057-D30F-4CB5-86F8-486E1C3524F0}" destId="{D1BFABB9-4447-4762-93A6-1E5420D5B0B4}" srcOrd="3" destOrd="0" presId="urn:microsoft.com/office/officeart/2011/layout/TabList"/>
    <dgm:cxn modelId="{F284037E-EDDC-4F30-A286-54CB50590AAC}" type="presParOf" srcId="{930E3057-D30F-4CB5-86F8-486E1C3524F0}" destId="{632DF7A4-F8FA-4412-9AA8-DFF0023B3B2B}" srcOrd="4" destOrd="0" presId="urn:microsoft.com/office/officeart/2011/layout/TabList"/>
    <dgm:cxn modelId="{4AADC776-8601-44B7-B5D9-10F29CB7B8FE}" type="presParOf" srcId="{632DF7A4-F8FA-4412-9AA8-DFF0023B3B2B}" destId="{8EB0C4CD-E7F7-4BBE-B983-CEC90193EC83}" srcOrd="0" destOrd="0" presId="urn:microsoft.com/office/officeart/2011/layout/TabList"/>
    <dgm:cxn modelId="{3D3D1917-F691-400B-BBE2-37929A40782D}" type="presParOf" srcId="{632DF7A4-F8FA-4412-9AA8-DFF0023B3B2B}" destId="{5F09E877-D47C-47A9-BD25-E07EDC578172}" srcOrd="1" destOrd="0" presId="urn:microsoft.com/office/officeart/2011/layout/TabList"/>
    <dgm:cxn modelId="{87785BC2-77B4-4EBA-8D0E-EF51AE91CCA2}" type="presParOf" srcId="{632DF7A4-F8FA-4412-9AA8-DFF0023B3B2B}" destId="{5FA743D8-E59C-44F3-8FF0-2FFEA189C162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D10DE0A-029D-41A1-BA61-5BFEC7C5592E}" type="doc">
      <dgm:prSet loTypeId="urn:microsoft.com/office/officeart/2005/8/layout/vList4" loCatId="pictur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33C736-60ED-4E1B-BE55-09C9A14BF0BA}" type="pres">
      <dgm:prSet presAssocID="{AD10DE0A-029D-41A1-BA61-5BFEC7C5592E}" presName="linear" presStyleCnt="0">
        <dgm:presLayoutVars>
          <dgm:dir/>
          <dgm:resizeHandles val="exact"/>
        </dgm:presLayoutVars>
      </dgm:prSet>
      <dgm:spPr/>
    </dgm:pt>
  </dgm:ptLst>
  <dgm:cxnLst>
    <dgm:cxn modelId="{8A4F3808-766B-4F3B-B259-E055A4AEE5EC}" type="presOf" srcId="{AD10DE0A-029D-41A1-BA61-5BFEC7C5592E}" destId="{0D33C736-60ED-4E1B-BE55-09C9A14BF0BA}" srcOrd="0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E72E4AC-A0A4-4B62-9CDF-FB2C48012067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0F8735-C624-4548-80E5-0B9D5FE8F889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Backend-</a:t>
          </a:r>
          <a:r>
            <a:rPr lang="en-US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FastApi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E005D72-2D9E-4D0C-98A1-EB65C1747421}" type="parTrans" cxnId="{5722F4E2-40FC-4ADC-9D73-782AAEAF391A}">
      <dgm:prSet/>
      <dgm:spPr/>
      <dgm:t>
        <a:bodyPr/>
        <a:lstStyle/>
        <a:p>
          <a:endParaRPr lang="en-US"/>
        </a:p>
      </dgm:t>
    </dgm:pt>
    <dgm:pt modelId="{13F9A7EB-3F53-41AD-A0FA-79B8FF14B98B}" type="sibTrans" cxnId="{5722F4E2-40FC-4ADC-9D73-782AAEAF391A}">
      <dgm:prSet/>
      <dgm:spPr/>
      <dgm:t>
        <a:bodyPr/>
        <a:lstStyle/>
        <a:p>
          <a:endParaRPr lang="en-US"/>
        </a:p>
      </dgm:t>
    </dgm:pt>
    <dgm:pt modelId="{BC196088-2325-4645-B054-0517746EED0A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Embedding-Sentence Transformer</a:t>
          </a:r>
        </a:p>
      </dgm:t>
    </dgm:pt>
    <dgm:pt modelId="{C5C6E7B1-219B-4C75-9D7B-E22E2C778870}" type="parTrans" cxnId="{CB4A58C8-9D16-4FDC-AE74-6B7DCF74C09E}">
      <dgm:prSet/>
      <dgm:spPr/>
      <dgm:t>
        <a:bodyPr/>
        <a:lstStyle/>
        <a:p>
          <a:endParaRPr lang="en-US"/>
        </a:p>
      </dgm:t>
    </dgm:pt>
    <dgm:pt modelId="{687B08EA-9B34-4D80-A6DB-426780283F8A}" type="sibTrans" cxnId="{CB4A58C8-9D16-4FDC-AE74-6B7DCF74C09E}">
      <dgm:prSet/>
      <dgm:spPr/>
      <dgm:t>
        <a:bodyPr/>
        <a:lstStyle/>
        <a:p>
          <a:endParaRPr lang="en-US"/>
        </a:p>
      </dgm:t>
    </dgm:pt>
    <dgm:pt modelId="{91BC81F4-0447-4AEA-B2DD-9868BA623423}">
      <dgm:prSet phldrT="[Text]" phldr="0"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Vector DB - FAISS</a:t>
          </a:r>
        </a:p>
      </dgm:t>
    </dgm:pt>
    <dgm:pt modelId="{4FF80AE5-CD98-4B37-8E21-C5C21FE9F832}" type="parTrans" cxnId="{67888065-AAA2-4E75-9AEE-0F65A2B497F4}">
      <dgm:prSet/>
      <dgm:spPr/>
      <dgm:t>
        <a:bodyPr/>
        <a:lstStyle/>
        <a:p>
          <a:endParaRPr lang="en-US"/>
        </a:p>
      </dgm:t>
    </dgm:pt>
    <dgm:pt modelId="{642C322C-BA4E-4D44-B7D2-81C1173D89BE}" type="sibTrans" cxnId="{67888065-AAA2-4E75-9AEE-0F65A2B497F4}">
      <dgm:prSet/>
      <dgm:spPr/>
      <dgm:t>
        <a:bodyPr/>
        <a:lstStyle/>
        <a:p>
          <a:endParaRPr lang="en-US"/>
        </a:p>
      </dgm:t>
    </dgm:pt>
    <dgm:pt modelId="{BC0CAC2E-86DC-4928-A6C0-AF7269D3D210}">
      <dgm:prSet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Re-ranking – Cross Encoder</a:t>
          </a:r>
        </a:p>
      </dgm:t>
    </dgm:pt>
    <dgm:pt modelId="{E1EB0652-026C-41A2-B2BE-E6B10923D31A}" type="parTrans" cxnId="{4733C8CC-4A30-4D18-89FA-9C509E2975C9}">
      <dgm:prSet/>
      <dgm:spPr/>
      <dgm:t>
        <a:bodyPr/>
        <a:lstStyle/>
        <a:p>
          <a:endParaRPr lang="en-US"/>
        </a:p>
      </dgm:t>
    </dgm:pt>
    <dgm:pt modelId="{672C6408-21EC-4FB9-BEB1-33009244BF94}" type="sibTrans" cxnId="{4733C8CC-4A30-4D18-89FA-9C509E2975C9}">
      <dgm:prSet/>
      <dgm:spPr/>
      <dgm:t>
        <a:bodyPr/>
        <a:lstStyle/>
        <a:p>
          <a:endParaRPr lang="en-US"/>
        </a:p>
      </dgm:t>
    </dgm:pt>
    <dgm:pt modelId="{A6E4ADAE-906E-43D9-A832-5FA80F949027}">
      <dgm:prSet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LLM - </a:t>
          </a:r>
          <a:r>
            <a:rPr lang="en-US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Groq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A98CD24-06DE-4036-B328-947466735B3F}" type="parTrans" cxnId="{4B12D00A-2754-4698-8926-11218593CE87}">
      <dgm:prSet/>
      <dgm:spPr/>
      <dgm:t>
        <a:bodyPr/>
        <a:lstStyle/>
        <a:p>
          <a:endParaRPr lang="en-US"/>
        </a:p>
      </dgm:t>
    </dgm:pt>
    <dgm:pt modelId="{6D87F49F-F32C-428C-8E99-13EC62549243}" type="sibTrans" cxnId="{4B12D00A-2754-4698-8926-11218593CE87}">
      <dgm:prSet/>
      <dgm:spPr/>
      <dgm:t>
        <a:bodyPr/>
        <a:lstStyle/>
        <a:p>
          <a:endParaRPr lang="en-US"/>
        </a:p>
      </dgm:t>
    </dgm:pt>
    <dgm:pt modelId="{754FD87A-6662-4E59-A2BA-A9D90F274E36}">
      <dgm:prSet/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Frontend – Chrome Extension</a:t>
          </a:r>
        </a:p>
      </dgm:t>
    </dgm:pt>
    <dgm:pt modelId="{0D5A3202-AEB3-4610-8154-C6259157E7A6}" type="parTrans" cxnId="{BFBD296A-2A91-45C4-BB30-EA209D22DACB}">
      <dgm:prSet/>
      <dgm:spPr/>
      <dgm:t>
        <a:bodyPr/>
        <a:lstStyle/>
        <a:p>
          <a:endParaRPr lang="en-US"/>
        </a:p>
      </dgm:t>
    </dgm:pt>
    <dgm:pt modelId="{1B482DFD-23C5-426A-9116-257CB787AA76}" type="sibTrans" cxnId="{BFBD296A-2A91-45C4-BB30-EA209D22DACB}">
      <dgm:prSet/>
      <dgm:spPr/>
      <dgm:t>
        <a:bodyPr/>
        <a:lstStyle/>
        <a:p>
          <a:endParaRPr lang="en-US"/>
        </a:p>
      </dgm:t>
    </dgm:pt>
    <dgm:pt modelId="{95D946D9-632F-4510-BB0C-1B09AF6578BC}" type="pres">
      <dgm:prSet presAssocID="{0E72E4AC-A0A4-4B62-9CDF-FB2C48012067}" presName="linearFlow" presStyleCnt="0">
        <dgm:presLayoutVars>
          <dgm:dir/>
          <dgm:resizeHandles val="exact"/>
        </dgm:presLayoutVars>
      </dgm:prSet>
      <dgm:spPr/>
    </dgm:pt>
    <dgm:pt modelId="{47CE7ABC-7594-487F-A439-4693A67E4F60}" type="pres">
      <dgm:prSet presAssocID="{9D0F8735-C624-4548-80E5-0B9D5FE8F889}" presName="composite" presStyleCnt="0"/>
      <dgm:spPr/>
    </dgm:pt>
    <dgm:pt modelId="{5C218653-AB58-416B-9309-8AC83CF25957}" type="pres">
      <dgm:prSet presAssocID="{9D0F8735-C624-4548-80E5-0B9D5FE8F889}" presName="imgShp" presStyleLbl="fgImgPlace1" presStyleIdx="0" presStyleCnt="6" custLinFactNeighborX="-20186" custLinFactNeighborY="-19"/>
      <dgm:spPr>
        <a:blipFill dpi="0" rotWithShape="1"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</dgm:pt>
    <dgm:pt modelId="{C2E4B78B-D9E8-429E-9D40-F560B30712DC}" type="pres">
      <dgm:prSet presAssocID="{9D0F8735-C624-4548-80E5-0B9D5FE8F889}" presName="txShp" presStyleLbl="node1" presStyleIdx="0" presStyleCnt="6">
        <dgm:presLayoutVars>
          <dgm:bulletEnabled val="1"/>
        </dgm:presLayoutVars>
      </dgm:prSet>
      <dgm:spPr/>
    </dgm:pt>
    <dgm:pt modelId="{E95427A3-9338-4659-8BD2-E8207A317D08}" type="pres">
      <dgm:prSet presAssocID="{13F9A7EB-3F53-41AD-A0FA-79B8FF14B98B}" presName="spacing" presStyleCnt="0"/>
      <dgm:spPr/>
    </dgm:pt>
    <dgm:pt modelId="{D6DFC45F-292D-4F2C-803F-819E54FA171C}" type="pres">
      <dgm:prSet presAssocID="{BC196088-2325-4645-B054-0517746EED0A}" presName="composite" presStyleCnt="0"/>
      <dgm:spPr/>
    </dgm:pt>
    <dgm:pt modelId="{6B04FC3D-CE84-4FC4-B881-1FD01F7DDC58}" type="pres">
      <dgm:prSet presAssocID="{BC196088-2325-4645-B054-0517746EED0A}" presName="imgShp" presStyleLbl="fgImgPlace1" presStyleIdx="1" presStyleCnt="6" custLinFactNeighborX="-12288" custLinFactNeighborY="2633"/>
      <dgm:spPr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1CD17223-293F-4B72-B8F2-D172344D1F42}" type="pres">
      <dgm:prSet presAssocID="{BC196088-2325-4645-B054-0517746EED0A}" presName="txShp" presStyleLbl="node1" presStyleIdx="1" presStyleCnt="6">
        <dgm:presLayoutVars>
          <dgm:bulletEnabled val="1"/>
        </dgm:presLayoutVars>
      </dgm:prSet>
      <dgm:spPr/>
    </dgm:pt>
    <dgm:pt modelId="{CA5086BE-8EB9-4E61-926A-75AC0D4A777F}" type="pres">
      <dgm:prSet presAssocID="{687B08EA-9B34-4D80-A6DB-426780283F8A}" presName="spacing" presStyleCnt="0"/>
      <dgm:spPr/>
    </dgm:pt>
    <dgm:pt modelId="{2CDEDCFD-7917-4441-9D36-831FD5956CD7}" type="pres">
      <dgm:prSet presAssocID="{91BC81F4-0447-4AEA-B2DD-9868BA623423}" presName="composite" presStyleCnt="0"/>
      <dgm:spPr/>
    </dgm:pt>
    <dgm:pt modelId="{6D444C11-42CE-41D3-BC87-F4EC4A30A078}" type="pres">
      <dgm:prSet presAssocID="{91BC81F4-0447-4AEA-B2DD-9868BA623423}" presName="imgShp" presStyleLbl="fgImgPlace1" presStyleIdx="2" presStyleCnt="6" custScaleX="151706" custScaleY="118818" custLinFactNeighborX="-35373" custLinFactNeighborY="-8106"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8169BC4A-CE72-49D9-89FF-5E426F66F5A1}" type="pres">
      <dgm:prSet presAssocID="{91BC81F4-0447-4AEA-B2DD-9868BA623423}" presName="txShp" presStyleLbl="node1" presStyleIdx="2" presStyleCnt="6">
        <dgm:presLayoutVars>
          <dgm:bulletEnabled val="1"/>
        </dgm:presLayoutVars>
      </dgm:prSet>
      <dgm:spPr/>
    </dgm:pt>
    <dgm:pt modelId="{5256BE96-C4D0-4E92-99B4-C5D1BA9C0DAF}" type="pres">
      <dgm:prSet presAssocID="{642C322C-BA4E-4D44-B7D2-81C1173D89BE}" presName="spacing" presStyleCnt="0"/>
      <dgm:spPr/>
    </dgm:pt>
    <dgm:pt modelId="{C7C30F8A-D274-4E98-9E75-D8A56C91B9C1}" type="pres">
      <dgm:prSet presAssocID="{BC0CAC2E-86DC-4928-A6C0-AF7269D3D210}" presName="composite" presStyleCnt="0"/>
      <dgm:spPr/>
    </dgm:pt>
    <dgm:pt modelId="{1E819E27-28C1-4E32-B827-EFB160DC81C4}" type="pres">
      <dgm:prSet presAssocID="{BC0CAC2E-86DC-4928-A6C0-AF7269D3D210}" presName="imgShp" presStyleLbl="fgImgPlace1" presStyleIdx="3" presStyleCnt="6" custScaleX="125395" custScaleY="114630" custLinFactNeighborX="-13129" custLinFactNeighborY="-1876"/>
      <dgm:spPr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C5FC4D2-74D0-4B4F-AAEB-BCFB11D86398}" type="pres">
      <dgm:prSet presAssocID="{BC0CAC2E-86DC-4928-A6C0-AF7269D3D210}" presName="txShp" presStyleLbl="node1" presStyleIdx="3" presStyleCnt="6">
        <dgm:presLayoutVars>
          <dgm:bulletEnabled val="1"/>
        </dgm:presLayoutVars>
      </dgm:prSet>
      <dgm:spPr/>
    </dgm:pt>
    <dgm:pt modelId="{C93F8359-A69F-4155-A2C9-029A8A85174C}" type="pres">
      <dgm:prSet presAssocID="{672C6408-21EC-4FB9-BEB1-33009244BF94}" presName="spacing" presStyleCnt="0"/>
      <dgm:spPr/>
    </dgm:pt>
    <dgm:pt modelId="{910FC75A-6496-4759-A94F-2C71B474D655}" type="pres">
      <dgm:prSet presAssocID="{A6E4ADAE-906E-43D9-A832-5FA80F949027}" presName="composite" presStyleCnt="0"/>
      <dgm:spPr/>
    </dgm:pt>
    <dgm:pt modelId="{CDDC9FE1-C5FD-4CAC-8794-4D0D435C65C9}" type="pres">
      <dgm:prSet presAssocID="{A6E4ADAE-906E-43D9-A832-5FA80F949027}" presName="imgShp" presStyleLbl="fgImgPlace1" presStyleIdx="4" presStyleCnt="6" custScaleX="102761" custScaleY="118545" custLinFactNeighborX="-9783"/>
      <dgm:spPr>
        <a:blipFill dpi="0"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D76C0580-40A6-40DC-B1D3-EA4CB99EE943}" type="pres">
      <dgm:prSet presAssocID="{A6E4ADAE-906E-43D9-A832-5FA80F949027}" presName="txShp" presStyleLbl="node1" presStyleIdx="4" presStyleCnt="6">
        <dgm:presLayoutVars>
          <dgm:bulletEnabled val="1"/>
        </dgm:presLayoutVars>
      </dgm:prSet>
      <dgm:spPr/>
    </dgm:pt>
    <dgm:pt modelId="{2A59F796-4D7A-400A-9A0F-B8A23073DFF5}" type="pres">
      <dgm:prSet presAssocID="{6D87F49F-F32C-428C-8E99-13EC62549243}" presName="spacing" presStyleCnt="0"/>
      <dgm:spPr/>
    </dgm:pt>
    <dgm:pt modelId="{0BD98EE3-F844-4C73-8E61-D841AB709E5A}" type="pres">
      <dgm:prSet presAssocID="{754FD87A-6662-4E59-A2BA-A9D90F274E36}" presName="composite" presStyleCnt="0"/>
      <dgm:spPr/>
    </dgm:pt>
    <dgm:pt modelId="{046A2763-F39D-4290-AFC1-F738D60B8CC9}" type="pres">
      <dgm:prSet presAssocID="{754FD87A-6662-4E59-A2BA-A9D90F274E36}" presName="imgShp" presStyleLbl="fgImgPlace1" presStyleIdx="5" presStyleCnt="6"/>
      <dgm:spPr>
        <a:blipFill dpi="0" rotWithShape="1"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E7561F57-726E-4BDA-AD11-6BB0B03099FD}" type="pres">
      <dgm:prSet presAssocID="{754FD87A-6662-4E59-A2BA-A9D90F274E36}" presName="txShp" presStyleLbl="node1" presStyleIdx="5" presStyleCnt="6">
        <dgm:presLayoutVars>
          <dgm:bulletEnabled val="1"/>
        </dgm:presLayoutVars>
      </dgm:prSet>
      <dgm:spPr/>
    </dgm:pt>
  </dgm:ptLst>
  <dgm:cxnLst>
    <dgm:cxn modelId="{4B12D00A-2754-4698-8926-11218593CE87}" srcId="{0E72E4AC-A0A4-4B62-9CDF-FB2C48012067}" destId="{A6E4ADAE-906E-43D9-A832-5FA80F949027}" srcOrd="4" destOrd="0" parTransId="{9A98CD24-06DE-4036-B328-947466735B3F}" sibTransId="{6D87F49F-F32C-428C-8E99-13EC62549243}"/>
    <dgm:cxn modelId="{68E9242A-8C5C-4D2E-8E44-1D63092CB664}" type="presOf" srcId="{A6E4ADAE-906E-43D9-A832-5FA80F949027}" destId="{D76C0580-40A6-40DC-B1D3-EA4CB99EE943}" srcOrd="0" destOrd="0" presId="urn:microsoft.com/office/officeart/2005/8/layout/vList3"/>
    <dgm:cxn modelId="{67888065-AAA2-4E75-9AEE-0F65A2B497F4}" srcId="{0E72E4AC-A0A4-4B62-9CDF-FB2C48012067}" destId="{91BC81F4-0447-4AEA-B2DD-9868BA623423}" srcOrd="2" destOrd="0" parTransId="{4FF80AE5-CD98-4B37-8E21-C5C21FE9F832}" sibTransId="{642C322C-BA4E-4D44-B7D2-81C1173D89BE}"/>
    <dgm:cxn modelId="{BFBD296A-2A91-45C4-BB30-EA209D22DACB}" srcId="{0E72E4AC-A0A4-4B62-9CDF-FB2C48012067}" destId="{754FD87A-6662-4E59-A2BA-A9D90F274E36}" srcOrd="5" destOrd="0" parTransId="{0D5A3202-AEB3-4610-8154-C6259157E7A6}" sibTransId="{1B482DFD-23C5-426A-9116-257CB787AA76}"/>
    <dgm:cxn modelId="{A010314A-2992-47DD-B12F-6105C50DB44E}" type="presOf" srcId="{0E72E4AC-A0A4-4B62-9CDF-FB2C48012067}" destId="{95D946D9-632F-4510-BB0C-1B09AF6578BC}" srcOrd="0" destOrd="0" presId="urn:microsoft.com/office/officeart/2005/8/layout/vList3"/>
    <dgm:cxn modelId="{0395F582-C83B-472B-B72D-A50C657FB6EC}" type="presOf" srcId="{BC0CAC2E-86DC-4928-A6C0-AF7269D3D210}" destId="{6C5FC4D2-74D0-4B4F-AAEB-BCFB11D86398}" srcOrd="0" destOrd="0" presId="urn:microsoft.com/office/officeart/2005/8/layout/vList3"/>
    <dgm:cxn modelId="{E6B84C8A-EC0B-44CA-8E16-7274153DA76C}" type="presOf" srcId="{754FD87A-6662-4E59-A2BA-A9D90F274E36}" destId="{E7561F57-726E-4BDA-AD11-6BB0B03099FD}" srcOrd="0" destOrd="0" presId="urn:microsoft.com/office/officeart/2005/8/layout/vList3"/>
    <dgm:cxn modelId="{CB4A58C8-9D16-4FDC-AE74-6B7DCF74C09E}" srcId="{0E72E4AC-A0A4-4B62-9CDF-FB2C48012067}" destId="{BC196088-2325-4645-B054-0517746EED0A}" srcOrd="1" destOrd="0" parTransId="{C5C6E7B1-219B-4C75-9D7B-E22E2C778870}" sibTransId="{687B08EA-9B34-4D80-A6DB-426780283F8A}"/>
    <dgm:cxn modelId="{4733C8CC-4A30-4D18-89FA-9C509E2975C9}" srcId="{0E72E4AC-A0A4-4B62-9CDF-FB2C48012067}" destId="{BC0CAC2E-86DC-4928-A6C0-AF7269D3D210}" srcOrd="3" destOrd="0" parTransId="{E1EB0652-026C-41A2-B2BE-E6B10923D31A}" sibTransId="{672C6408-21EC-4FB9-BEB1-33009244BF94}"/>
    <dgm:cxn modelId="{8E6B76E1-6ADF-442C-9041-3BF80AB8F0D2}" type="presOf" srcId="{BC196088-2325-4645-B054-0517746EED0A}" destId="{1CD17223-293F-4B72-B8F2-D172344D1F42}" srcOrd="0" destOrd="0" presId="urn:microsoft.com/office/officeart/2005/8/layout/vList3"/>
    <dgm:cxn modelId="{5722F4E2-40FC-4ADC-9D73-782AAEAF391A}" srcId="{0E72E4AC-A0A4-4B62-9CDF-FB2C48012067}" destId="{9D0F8735-C624-4548-80E5-0B9D5FE8F889}" srcOrd="0" destOrd="0" parTransId="{8E005D72-2D9E-4D0C-98A1-EB65C1747421}" sibTransId="{13F9A7EB-3F53-41AD-A0FA-79B8FF14B98B}"/>
    <dgm:cxn modelId="{1EDB0DF1-D69F-4AB3-91F9-9CC52921A2FE}" type="presOf" srcId="{91BC81F4-0447-4AEA-B2DD-9868BA623423}" destId="{8169BC4A-CE72-49D9-89FF-5E426F66F5A1}" srcOrd="0" destOrd="0" presId="urn:microsoft.com/office/officeart/2005/8/layout/vList3"/>
    <dgm:cxn modelId="{57DAA1FE-54CB-480B-A390-7E46B942BB48}" type="presOf" srcId="{9D0F8735-C624-4548-80E5-0B9D5FE8F889}" destId="{C2E4B78B-D9E8-429E-9D40-F560B30712DC}" srcOrd="0" destOrd="0" presId="urn:microsoft.com/office/officeart/2005/8/layout/vList3"/>
    <dgm:cxn modelId="{FFB5384B-8FE4-41D7-9178-7C402D59A3EA}" type="presParOf" srcId="{95D946D9-632F-4510-BB0C-1B09AF6578BC}" destId="{47CE7ABC-7594-487F-A439-4693A67E4F60}" srcOrd="0" destOrd="0" presId="urn:microsoft.com/office/officeart/2005/8/layout/vList3"/>
    <dgm:cxn modelId="{DA29A055-57E7-44E3-90F4-51FCD915C33E}" type="presParOf" srcId="{47CE7ABC-7594-487F-A439-4693A67E4F60}" destId="{5C218653-AB58-416B-9309-8AC83CF25957}" srcOrd="0" destOrd="0" presId="urn:microsoft.com/office/officeart/2005/8/layout/vList3"/>
    <dgm:cxn modelId="{6798496A-1875-48C7-B59E-73BE63F016C9}" type="presParOf" srcId="{47CE7ABC-7594-487F-A439-4693A67E4F60}" destId="{C2E4B78B-D9E8-429E-9D40-F560B30712DC}" srcOrd="1" destOrd="0" presId="urn:microsoft.com/office/officeart/2005/8/layout/vList3"/>
    <dgm:cxn modelId="{67AD1414-802F-49B2-9889-20703DCC8782}" type="presParOf" srcId="{95D946D9-632F-4510-BB0C-1B09AF6578BC}" destId="{E95427A3-9338-4659-8BD2-E8207A317D08}" srcOrd="1" destOrd="0" presId="urn:microsoft.com/office/officeart/2005/8/layout/vList3"/>
    <dgm:cxn modelId="{DD754BED-A732-4389-A473-02BAA526A113}" type="presParOf" srcId="{95D946D9-632F-4510-BB0C-1B09AF6578BC}" destId="{D6DFC45F-292D-4F2C-803F-819E54FA171C}" srcOrd="2" destOrd="0" presId="urn:microsoft.com/office/officeart/2005/8/layout/vList3"/>
    <dgm:cxn modelId="{BB418485-1015-4E7F-AA8C-3898DEE16966}" type="presParOf" srcId="{D6DFC45F-292D-4F2C-803F-819E54FA171C}" destId="{6B04FC3D-CE84-4FC4-B881-1FD01F7DDC58}" srcOrd="0" destOrd="0" presId="urn:microsoft.com/office/officeart/2005/8/layout/vList3"/>
    <dgm:cxn modelId="{992E44FB-1A2C-423C-9177-6D1940606AAA}" type="presParOf" srcId="{D6DFC45F-292D-4F2C-803F-819E54FA171C}" destId="{1CD17223-293F-4B72-B8F2-D172344D1F42}" srcOrd="1" destOrd="0" presId="urn:microsoft.com/office/officeart/2005/8/layout/vList3"/>
    <dgm:cxn modelId="{CB38F271-DD41-47DD-AC50-241E3014150C}" type="presParOf" srcId="{95D946D9-632F-4510-BB0C-1B09AF6578BC}" destId="{CA5086BE-8EB9-4E61-926A-75AC0D4A777F}" srcOrd="3" destOrd="0" presId="urn:microsoft.com/office/officeart/2005/8/layout/vList3"/>
    <dgm:cxn modelId="{000148CC-67E6-4176-B3D8-4333FDA30994}" type="presParOf" srcId="{95D946D9-632F-4510-BB0C-1B09AF6578BC}" destId="{2CDEDCFD-7917-4441-9D36-831FD5956CD7}" srcOrd="4" destOrd="0" presId="urn:microsoft.com/office/officeart/2005/8/layout/vList3"/>
    <dgm:cxn modelId="{649173E5-B467-4373-B67A-44956EE5BD8C}" type="presParOf" srcId="{2CDEDCFD-7917-4441-9D36-831FD5956CD7}" destId="{6D444C11-42CE-41D3-BC87-F4EC4A30A078}" srcOrd="0" destOrd="0" presId="urn:microsoft.com/office/officeart/2005/8/layout/vList3"/>
    <dgm:cxn modelId="{09C3BD9E-9234-4356-81F1-B820355CABEC}" type="presParOf" srcId="{2CDEDCFD-7917-4441-9D36-831FD5956CD7}" destId="{8169BC4A-CE72-49D9-89FF-5E426F66F5A1}" srcOrd="1" destOrd="0" presId="urn:microsoft.com/office/officeart/2005/8/layout/vList3"/>
    <dgm:cxn modelId="{84A99CED-91EA-4CD8-9461-1B859AC14EFE}" type="presParOf" srcId="{95D946D9-632F-4510-BB0C-1B09AF6578BC}" destId="{5256BE96-C4D0-4E92-99B4-C5D1BA9C0DAF}" srcOrd="5" destOrd="0" presId="urn:microsoft.com/office/officeart/2005/8/layout/vList3"/>
    <dgm:cxn modelId="{ED369A5C-8FDF-48AA-917B-482BC9333516}" type="presParOf" srcId="{95D946D9-632F-4510-BB0C-1B09AF6578BC}" destId="{C7C30F8A-D274-4E98-9E75-D8A56C91B9C1}" srcOrd="6" destOrd="0" presId="urn:microsoft.com/office/officeart/2005/8/layout/vList3"/>
    <dgm:cxn modelId="{F67320AD-FF2E-4719-BEE0-59E4561BF545}" type="presParOf" srcId="{C7C30F8A-D274-4E98-9E75-D8A56C91B9C1}" destId="{1E819E27-28C1-4E32-B827-EFB160DC81C4}" srcOrd="0" destOrd="0" presId="urn:microsoft.com/office/officeart/2005/8/layout/vList3"/>
    <dgm:cxn modelId="{40219D6F-66B5-4252-A59A-1F3539167C93}" type="presParOf" srcId="{C7C30F8A-D274-4E98-9E75-D8A56C91B9C1}" destId="{6C5FC4D2-74D0-4B4F-AAEB-BCFB11D86398}" srcOrd="1" destOrd="0" presId="urn:microsoft.com/office/officeart/2005/8/layout/vList3"/>
    <dgm:cxn modelId="{BE6C91E5-F872-42B3-99CA-5D9FE6CED3F0}" type="presParOf" srcId="{95D946D9-632F-4510-BB0C-1B09AF6578BC}" destId="{C93F8359-A69F-4155-A2C9-029A8A85174C}" srcOrd="7" destOrd="0" presId="urn:microsoft.com/office/officeart/2005/8/layout/vList3"/>
    <dgm:cxn modelId="{0199140B-9E19-412A-8998-8E801D8E42F1}" type="presParOf" srcId="{95D946D9-632F-4510-BB0C-1B09AF6578BC}" destId="{910FC75A-6496-4759-A94F-2C71B474D655}" srcOrd="8" destOrd="0" presId="urn:microsoft.com/office/officeart/2005/8/layout/vList3"/>
    <dgm:cxn modelId="{7ED2AE98-C460-475E-8944-1266238C6D6F}" type="presParOf" srcId="{910FC75A-6496-4759-A94F-2C71B474D655}" destId="{CDDC9FE1-C5FD-4CAC-8794-4D0D435C65C9}" srcOrd="0" destOrd="0" presId="urn:microsoft.com/office/officeart/2005/8/layout/vList3"/>
    <dgm:cxn modelId="{DE7B5685-252D-4E1A-86DE-27D2DE219C43}" type="presParOf" srcId="{910FC75A-6496-4759-A94F-2C71B474D655}" destId="{D76C0580-40A6-40DC-B1D3-EA4CB99EE943}" srcOrd="1" destOrd="0" presId="urn:microsoft.com/office/officeart/2005/8/layout/vList3"/>
    <dgm:cxn modelId="{9B8896F9-A86F-4944-AF8D-A3456B7E0EEA}" type="presParOf" srcId="{95D946D9-632F-4510-BB0C-1B09AF6578BC}" destId="{2A59F796-4D7A-400A-9A0F-B8A23073DFF5}" srcOrd="9" destOrd="0" presId="urn:microsoft.com/office/officeart/2005/8/layout/vList3"/>
    <dgm:cxn modelId="{E0E15E9F-E9C0-41C1-9C9A-7AD2F080791C}" type="presParOf" srcId="{95D946D9-632F-4510-BB0C-1B09AF6578BC}" destId="{0BD98EE3-F844-4C73-8E61-D841AB709E5A}" srcOrd="10" destOrd="0" presId="urn:microsoft.com/office/officeart/2005/8/layout/vList3"/>
    <dgm:cxn modelId="{D433386D-187E-4D68-9BDF-DF3425442A58}" type="presParOf" srcId="{0BD98EE3-F844-4C73-8E61-D841AB709E5A}" destId="{046A2763-F39D-4290-AFC1-F738D60B8CC9}" srcOrd="0" destOrd="0" presId="urn:microsoft.com/office/officeart/2005/8/layout/vList3"/>
    <dgm:cxn modelId="{39A00F55-9B1E-4B75-BC47-D4C12B4802B8}" type="presParOf" srcId="{0BD98EE3-F844-4C73-8E61-D841AB709E5A}" destId="{E7561F57-726E-4BDA-AD11-6BB0B03099F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5217C0-744D-4AFB-A55A-0B1CE7B83998}">
      <dsp:nvSpPr>
        <dsp:cNvPr id="0" name=""/>
        <dsp:cNvSpPr/>
      </dsp:nvSpPr>
      <dsp:spPr>
        <a:xfrm>
          <a:off x="774767" y="0"/>
          <a:ext cx="9146629" cy="253475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850111-AE24-42F2-9FE3-E9349A366CF3}">
      <dsp:nvSpPr>
        <dsp:cNvPr id="0" name=""/>
        <dsp:cNvSpPr/>
      </dsp:nvSpPr>
      <dsp:spPr>
        <a:xfrm>
          <a:off x="4728" y="760427"/>
          <a:ext cx="1253454" cy="10139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Chrome Extension</a:t>
          </a:r>
        </a:p>
      </dsp:txBody>
      <dsp:txXfrm>
        <a:off x="54223" y="809922"/>
        <a:ext cx="1154464" cy="914912"/>
      </dsp:txXfrm>
    </dsp:sp>
    <dsp:sp modelId="{4C237713-7CE0-472A-BA45-E97A87E94E7B}">
      <dsp:nvSpPr>
        <dsp:cNvPr id="0" name=""/>
        <dsp:cNvSpPr/>
      </dsp:nvSpPr>
      <dsp:spPr>
        <a:xfrm>
          <a:off x="1361561" y="760427"/>
          <a:ext cx="1253454" cy="10139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FastApi</a:t>
          </a:r>
          <a:r>
            <a:rPr lang="en-US" sz="1400" kern="1200" dirty="0"/>
            <a:t> Backend</a:t>
          </a:r>
        </a:p>
      </dsp:txBody>
      <dsp:txXfrm>
        <a:off x="1411056" y="809922"/>
        <a:ext cx="1154464" cy="914912"/>
      </dsp:txXfrm>
    </dsp:sp>
    <dsp:sp modelId="{504D414A-A910-4E5A-9FDE-3BF18B741F08}">
      <dsp:nvSpPr>
        <dsp:cNvPr id="0" name=""/>
        <dsp:cNvSpPr/>
      </dsp:nvSpPr>
      <dsp:spPr>
        <a:xfrm>
          <a:off x="2718393" y="760427"/>
          <a:ext cx="1253454" cy="10139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Transcript Processing</a:t>
          </a:r>
        </a:p>
      </dsp:txBody>
      <dsp:txXfrm>
        <a:off x="2767888" y="809922"/>
        <a:ext cx="1154464" cy="914912"/>
      </dsp:txXfrm>
    </dsp:sp>
    <dsp:sp modelId="{572AADF7-D728-4D61-926E-3D38548F6AB9}">
      <dsp:nvSpPr>
        <dsp:cNvPr id="0" name=""/>
        <dsp:cNvSpPr/>
      </dsp:nvSpPr>
      <dsp:spPr>
        <a:xfrm>
          <a:off x="4075226" y="760427"/>
          <a:ext cx="1253454" cy="10139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Chunking</a:t>
          </a:r>
        </a:p>
      </dsp:txBody>
      <dsp:txXfrm>
        <a:off x="4124721" y="809922"/>
        <a:ext cx="1154464" cy="914912"/>
      </dsp:txXfrm>
    </dsp:sp>
    <dsp:sp modelId="{ECB2E03B-F281-4678-BBF1-58FF7E6F4699}">
      <dsp:nvSpPr>
        <dsp:cNvPr id="0" name=""/>
        <dsp:cNvSpPr/>
      </dsp:nvSpPr>
      <dsp:spPr>
        <a:xfrm>
          <a:off x="5432058" y="760427"/>
          <a:ext cx="1253454" cy="10139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Embedding</a:t>
          </a:r>
          <a:endParaRPr lang="en-US" sz="1400" kern="1200" dirty="0"/>
        </a:p>
      </dsp:txBody>
      <dsp:txXfrm>
        <a:off x="5481553" y="809922"/>
        <a:ext cx="1154464" cy="914912"/>
      </dsp:txXfrm>
    </dsp:sp>
    <dsp:sp modelId="{C8E068FC-DC9F-4FEB-96BD-693A323BF3A4}">
      <dsp:nvSpPr>
        <dsp:cNvPr id="0" name=""/>
        <dsp:cNvSpPr/>
      </dsp:nvSpPr>
      <dsp:spPr>
        <a:xfrm>
          <a:off x="6788891" y="760427"/>
          <a:ext cx="1253454" cy="10139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FAISS Vector Database</a:t>
          </a:r>
          <a:endParaRPr lang="en-US" sz="1400" kern="1200" dirty="0"/>
        </a:p>
      </dsp:txBody>
      <dsp:txXfrm>
        <a:off x="6838386" y="809922"/>
        <a:ext cx="1154464" cy="914912"/>
      </dsp:txXfrm>
    </dsp:sp>
    <dsp:sp modelId="{0CF9D699-DFF2-40B3-8113-E1343CA96999}">
      <dsp:nvSpPr>
        <dsp:cNvPr id="0" name=""/>
        <dsp:cNvSpPr/>
      </dsp:nvSpPr>
      <dsp:spPr>
        <a:xfrm>
          <a:off x="8145723" y="760427"/>
          <a:ext cx="1253454" cy="10139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Retrieval+Re-ranking</a:t>
          </a:r>
          <a:endParaRPr lang="en-US" sz="1400" kern="1200" dirty="0"/>
        </a:p>
      </dsp:txBody>
      <dsp:txXfrm>
        <a:off x="8195218" y="809922"/>
        <a:ext cx="1154464" cy="914912"/>
      </dsp:txXfrm>
    </dsp:sp>
    <dsp:sp modelId="{021E3F70-E3C1-4017-BB08-A1C6E72D61B1}">
      <dsp:nvSpPr>
        <dsp:cNvPr id="0" name=""/>
        <dsp:cNvSpPr/>
      </dsp:nvSpPr>
      <dsp:spPr>
        <a:xfrm>
          <a:off x="9502556" y="760427"/>
          <a:ext cx="1253454" cy="10139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LLM Answer Generatio</a:t>
          </a:r>
          <a:endParaRPr lang="en-US" sz="1400" kern="1200" dirty="0"/>
        </a:p>
      </dsp:txBody>
      <dsp:txXfrm>
        <a:off x="9552051" y="809922"/>
        <a:ext cx="1154464" cy="9149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AFABFB-695A-471E-BE67-19F7A5440389}">
      <dsp:nvSpPr>
        <dsp:cNvPr id="0" name=""/>
        <dsp:cNvSpPr/>
      </dsp:nvSpPr>
      <dsp:spPr>
        <a:xfrm rot="4396374">
          <a:off x="3178404" y="748367"/>
          <a:ext cx="3246535" cy="2264053"/>
        </a:xfrm>
        <a:prstGeom prst="swooshArrow">
          <a:avLst>
            <a:gd name="adj1" fmla="val 16310"/>
            <a:gd name="adj2" fmla="val 313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748280-0DCE-431F-872D-C3CCF472BD03}">
      <dsp:nvSpPr>
        <dsp:cNvPr id="0" name=""/>
        <dsp:cNvSpPr/>
      </dsp:nvSpPr>
      <dsp:spPr>
        <a:xfrm>
          <a:off x="4533152" y="1144783"/>
          <a:ext cx="81985" cy="81985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135570-6F87-4D0D-820B-72DE834BE225}">
      <dsp:nvSpPr>
        <dsp:cNvPr id="0" name=""/>
        <dsp:cNvSpPr/>
      </dsp:nvSpPr>
      <dsp:spPr>
        <a:xfrm>
          <a:off x="5247175" y="1840905"/>
          <a:ext cx="81985" cy="81985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6B83BD-658B-4094-849F-201CE65022FA}">
      <dsp:nvSpPr>
        <dsp:cNvPr id="0" name=""/>
        <dsp:cNvSpPr/>
      </dsp:nvSpPr>
      <dsp:spPr>
        <a:xfrm>
          <a:off x="2960766" y="0"/>
          <a:ext cx="1530640" cy="601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Extract </a:t>
          </a:r>
          <a:r>
            <a:rPr lang="en-US" sz="1800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Youtube</a:t>
          </a:r>
          <a:r>
            <a:rPr lang="en-US" sz="18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Transcript</a:t>
          </a:r>
        </a:p>
      </dsp:txBody>
      <dsp:txXfrm>
        <a:off x="2960766" y="0"/>
        <a:ext cx="1530640" cy="601726"/>
      </dsp:txXfrm>
    </dsp:sp>
    <dsp:sp modelId="{3200C4E7-5DE5-4509-8FDF-317D42502D73}">
      <dsp:nvSpPr>
        <dsp:cNvPr id="0" name=""/>
        <dsp:cNvSpPr/>
      </dsp:nvSpPr>
      <dsp:spPr>
        <a:xfrm>
          <a:off x="4987831" y="884913"/>
          <a:ext cx="2109802" cy="601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Combine transcript </a:t>
          </a:r>
          <a:r>
            <a:rPr lang="en-US" sz="1800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segementation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987831" y="884913"/>
        <a:ext cx="2109802" cy="601726"/>
      </dsp:txXfrm>
    </dsp:sp>
    <dsp:sp modelId="{0199A376-0BAC-41F3-95E2-E9CE81B19C67}">
      <dsp:nvSpPr>
        <dsp:cNvPr id="0" name=""/>
        <dsp:cNvSpPr/>
      </dsp:nvSpPr>
      <dsp:spPr>
        <a:xfrm>
          <a:off x="2960766" y="1581035"/>
          <a:ext cx="2068433" cy="601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Create semantic chunks</a:t>
          </a:r>
        </a:p>
      </dsp:txBody>
      <dsp:txXfrm>
        <a:off x="2960766" y="1581035"/>
        <a:ext cx="2068433" cy="601726"/>
      </dsp:txXfrm>
    </dsp:sp>
    <dsp:sp modelId="{3CD1B583-748B-42C0-84BD-BAD08F73ED88}">
      <dsp:nvSpPr>
        <dsp:cNvPr id="0" name=""/>
        <dsp:cNvSpPr/>
      </dsp:nvSpPr>
      <dsp:spPr>
        <a:xfrm>
          <a:off x="5029199" y="3159061"/>
          <a:ext cx="2068433" cy="601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Store Timestamp</a:t>
          </a:r>
        </a:p>
      </dsp:txBody>
      <dsp:txXfrm>
        <a:off x="5029199" y="3159061"/>
        <a:ext cx="2068433" cy="6017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E63136-89B9-4172-AD3D-FF36D2C280E0}">
      <dsp:nvSpPr>
        <dsp:cNvPr id="0" name=""/>
        <dsp:cNvSpPr/>
      </dsp:nvSpPr>
      <dsp:spPr>
        <a:xfrm>
          <a:off x="4911" y="1514991"/>
          <a:ext cx="1827014" cy="73080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User Query</a:t>
          </a:r>
        </a:p>
      </dsp:txBody>
      <dsp:txXfrm>
        <a:off x="370314" y="1514991"/>
        <a:ext cx="1096209" cy="730805"/>
      </dsp:txXfrm>
    </dsp:sp>
    <dsp:sp modelId="{E86F7ED4-C676-42D6-B02B-CD704CC5B74A}">
      <dsp:nvSpPr>
        <dsp:cNvPr id="0" name=""/>
        <dsp:cNvSpPr/>
      </dsp:nvSpPr>
      <dsp:spPr>
        <a:xfrm>
          <a:off x="1649223" y="1514991"/>
          <a:ext cx="1827014" cy="73080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Query Embedding</a:t>
          </a:r>
        </a:p>
      </dsp:txBody>
      <dsp:txXfrm>
        <a:off x="2014626" y="1514991"/>
        <a:ext cx="1096209" cy="730805"/>
      </dsp:txXfrm>
    </dsp:sp>
    <dsp:sp modelId="{CBBF2BDE-A584-40F2-8494-2EED625ADA92}">
      <dsp:nvSpPr>
        <dsp:cNvPr id="0" name=""/>
        <dsp:cNvSpPr/>
      </dsp:nvSpPr>
      <dsp:spPr>
        <a:xfrm>
          <a:off x="3293536" y="1514991"/>
          <a:ext cx="1827014" cy="73080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FAISS Similarity Search</a:t>
          </a:r>
        </a:p>
      </dsp:txBody>
      <dsp:txXfrm>
        <a:off x="3658939" y="1514991"/>
        <a:ext cx="1096209" cy="730805"/>
      </dsp:txXfrm>
    </dsp:sp>
    <dsp:sp modelId="{FDFFCF7F-D7E1-4B95-AD79-A19B42A4A748}">
      <dsp:nvSpPr>
        <dsp:cNvPr id="0" name=""/>
        <dsp:cNvSpPr/>
      </dsp:nvSpPr>
      <dsp:spPr>
        <a:xfrm>
          <a:off x="4937849" y="1514991"/>
          <a:ext cx="1827014" cy="73080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Top-K chunks</a:t>
          </a:r>
        </a:p>
      </dsp:txBody>
      <dsp:txXfrm>
        <a:off x="5303252" y="1514991"/>
        <a:ext cx="1096209" cy="730805"/>
      </dsp:txXfrm>
    </dsp:sp>
    <dsp:sp modelId="{C68B6BBE-DFFC-4E37-B535-261D057D3707}">
      <dsp:nvSpPr>
        <dsp:cNvPr id="0" name=""/>
        <dsp:cNvSpPr/>
      </dsp:nvSpPr>
      <dsp:spPr>
        <a:xfrm>
          <a:off x="6582161" y="1514991"/>
          <a:ext cx="1827014" cy="73080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Cross Encoder Re-Ranking</a:t>
          </a:r>
        </a:p>
      </dsp:txBody>
      <dsp:txXfrm>
        <a:off x="6947564" y="1514991"/>
        <a:ext cx="1096209" cy="730805"/>
      </dsp:txXfrm>
    </dsp:sp>
    <dsp:sp modelId="{9D8EEB78-A243-4A15-85E8-069356A15247}">
      <dsp:nvSpPr>
        <dsp:cNvPr id="0" name=""/>
        <dsp:cNvSpPr/>
      </dsp:nvSpPr>
      <dsp:spPr>
        <a:xfrm>
          <a:off x="8226474" y="1514991"/>
          <a:ext cx="1827014" cy="73080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Best Context</a:t>
          </a:r>
        </a:p>
      </dsp:txBody>
      <dsp:txXfrm>
        <a:off x="8591877" y="1514991"/>
        <a:ext cx="1096209" cy="7308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33DC22-A15A-4072-A6B5-4D185086CE53}">
      <dsp:nvSpPr>
        <dsp:cNvPr id="0" name=""/>
        <dsp:cNvSpPr/>
      </dsp:nvSpPr>
      <dsp:spPr>
        <a:xfrm>
          <a:off x="0" y="84389"/>
          <a:ext cx="6355887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Ingestion Service</a:t>
          </a:r>
        </a:p>
      </dsp:txBody>
      <dsp:txXfrm>
        <a:off x="22846" y="107235"/>
        <a:ext cx="6310195" cy="422308"/>
      </dsp:txXfrm>
    </dsp:sp>
    <dsp:sp modelId="{2E779D7E-E04D-4DD4-BC1D-C2A15C1027B7}">
      <dsp:nvSpPr>
        <dsp:cNvPr id="0" name=""/>
        <dsp:cNvSpPr/>
      </dsp:nvSpPr>
      <dsp:spPr>
        <a:xfrm>
          <a:off x="0" y="552389"/>
          <a:ext cx="6355887" cy="33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799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Transcript Processing</a:t>
          </a:r>
        </a:p>
      </dsp:txBody>
      <dsp:txXfrm>
        <a:off x="0" y="552389"/>
        <a:ext cx="6355887" cy="331200"/>
      </dsp:txXfrm>
    </dsp:sp>
    <dsp:sp modelId="{75A8D3A9-01FC-4133-B4E6-BA9A9BDCA274}">
      <dsp:nvSpPr>
        <dsp:cNvPr id="0" name=""/>
        <dsp:cNvSpPr/>
      </dsp:nvSpPr>
      <dsp:spPr>
        <a:xfrm>
          <a:off x="0" y="883589"/>
          <a:ext cx="6355887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Retrieval Service</a:t>
          </a:r>
        </a:p>
      </dsp:txBody>
      <dsp:txXfrm>
        <a:off x="22846" y="906435"/>
        <a:ext cx="6310195" cy="422308"/>
      </dsp:txXfrm>
    </dsp:sp>
    <dsp:sp modelId="{62776BBD-C034-4C3C-84BD-D57F10B5B436}">
      <dsp:nvSpPr>
        <dsp:cNvPr id="0" name=""/>
        <dsp:cNvSpPr/>
      </dsp:nvSpPr>
      <dsp:spPr>
        <a:xfrm>
          <a:off x="0" y="1351589"/>
          <a:ext cx="6355887" cy="33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799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FAISS + Reranking</a:t>
          </a:r>
        </a:p>
      </dsp:txBody>
      <dsp:txXfrm>
        <a:off x="0" y="1351589"/>
        <a:ext cx="6355887" cy="331200"/>
      </dsp:txXfrm>
    </dsp:sp>
    <dsp:sp modelId="{B7C2F881-7042-49A2-8004-9C760D84AA33}">
      <dsp:nvSpPr>
        <dsp:cNvPr id="0" name=""/>
        <dsp:cNvSpPr/>
      </dsp:nvSpPr>
      <dsp:spPr>
        <a:xfrm>
          <a:off x="0" y="1682790"/>
          <a:ext cx="6355887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Index Manager</a:t>
          </a:r>
          <a:endParaRPr 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846" y="1705636"/>
        <a:ext cx="6310195" cy="422308"/>
      </dsp:txXfrm>
    </dsp:sp>
    <dsp:sp modelId="{C1827F5A-5931-438F-A360-FD8F2385F1C2}">
      <dsp:nvSpPr>
        <dsp:cNvPr id="0" name=""/>
        <dsp:cNvSpPr/>
      </dsp:nvSpPr>
      <dsp:spPr>
        <a:xfrm>
          <a:off x="0" y="2150790"/>
          <a:ext cx="6355887" cy="33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799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Load and Cache vector indexes</a:t>
          </a:r>
        </a:p>
      </dsp:txBody>
      <dsp:txXfrm>
        <a:off x="0" y="2150790"/>
        <a:ext cx="6355887" cy="331200"/>
      </dsp:txXfrm>
    </dsp:sp>
    <dsp:sp modelId="{F255659D-42FA-4CA5-AC7F-6FA5BB6B4574}">
      <dsp:nvSpPr>
        <dsp:cNvPr id="0" name=""/>
        <dsp:cNvSpPr/>
      </dsp:nvSpPr>
      <dsp:spPr>
        <a:xfrm>
          <a:off x="0" y="2481989"/>
          <a:ext cx="6355887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Model Loader</a:t>
          </a:r>
        </a:p>
      </dsp:txBody>
      <dsp:txXfrm>
        <a:off x="22846" y="2504835"/>
        <a:ext cx="6310195" cy="422308"/>
      </dsp:txXfrm>
    </dsp:sp>
    <dsp:sp modelId="{CFA43F05-F1B2-4316-BA76-245407A6B02E}">
      <dsp:nvSpPr>
        <dsp:cNvPr id="0" name=""/>
        <dsp:cNvSpPr/>
      </dsp:nvSpPr>
      <dsp:spPr>
        <a:xfrm>
          <a:off x="0" y="2949989"/>
          <a:ext cx="6355887" cy="33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799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Load embedding and reranking model</a:t>
          </a:r>
        </a:p>
      </dsp:txBody>
      <dsp:txXfrm>
        <a:off x="0" y="2949989"/>
        <a:ext cx="6355887" cy="331200"/>
      </dsp:txXfrm>
    </dsp:sp>
    <dsp:sp modelId="{3B20A71A-DE9A-4F06-8A01-791D90B570E2}">
      <dsp:nvSpPr>
        <dsp:cNvPr id="0" name=""/>
        <dsp:cNvSpPr/>
      </dsp:nvSpPr>
      <dsp:spPr>
        <a:xfrm>
          <a:off x="0" y="3281190"/>
          <a:ext cx="6355887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Logging system</a:t>
          </a:r>
          <a:endParaRPr 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846" y="3304036"/>
        <a:ext cx="6310195" cy="422308"/>
      </dsp:txXfrm>
    </dsp:sp>
    <dsp:sp modelId="{32EFB3E9-C2E8-4024-A8CB-266F160B9FBF}">
      <dsp:nvSpPr>
        <dsp:cNvPr id="0" name=""/>
        <dsp:cNvSpPr/>
      </dsp:nvSpPr>
      <dsp:spPr>
        <a:xfrm>
          <a:off x="0" y="3749190"/>
          <a:ext cx="6355887" cy="33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799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Track queries and Performance</a:t>
          </a:r>
        </a:p>
      </dsp:txBody>
      <dsp:txXfrm>
        <a:off x="0" y="3749190"/>
        <a:ext cx="6355887" cy="3312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A743D8-E59C-44F3-8FF0-2FFEA189C162}">
      <dsp:nvSpPr>
        <dsp:cNvPr id="0" name=""/>
        <dsp:cNvSpPr/>
      </dsp:nvSpPr>
      <dsp:spPr>
        <a:xfrm>
          <a:off x="0" y="3535396"/>
          <a:ext cx="9708688" cy="0"/>
        </a:xfrm>
        <a:prstGeom prst="line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FE2A35-44B5-45B7-8B0D-8443FDF3730E}">
      <dsp:nvSpPr>
        <dsp:cNvPr id="0" name=""/>
        <dsp:cNvSpPr/>
      </dsp:nvSpPr>
      <dsp:spPr>
        <a:xfrm>
          <a:off x="0" y="2337964"/>
          <a:ext cx="9708688" cy="0"/>
        </a:xfrm>
        <a:prstGeom prst="line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134645-99E3-41A6-8598-F3472A2AD3A7}">
      <dsp:nvSpPr>
        <dsp:cNvPr id="0" name=""/>
        <dsp:cNvSpPr/>
      </dsp:nvSpPr>
      <dsp:spPr>
        <a:xfrm>
          <a:off x="0" y="1140531"/>
          <a:ext cx="9708688" cy="0"/>
        </a:xfrm>
        <a:prstGeom prst="line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A4DEB2-B3DD-4F86-9F01-634DFF09B35E}">
      <dsp:nvSpPr>
        <dsp:cNvPr id="0" name=""/>
        <dsp:cNvSpPr/>
      </dsp:nvSpPr>
      <dsp:spPr>
        <a:xfrm>
          <a:off x="2524259" y="119"/>
          <a:ext cx="7184429" cy="1140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b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How many retrieved chunks are relevant</a:t>
          </a:r>
        </a:p>
      </dsp:txBody>
      <dsp:txXfrm>
        <a:off x="2524259" y="119"/>
        <a:ext cx="7184429" cy="1140412"/>
      </dsp:txXfrm>
    </dsp:sp>
    <dsp:sp modelId="{B99F3C9C-550F-48C1-B6DA-6D50C03E46A8}">
      <dsp:nvSpPr>
        <dsp:cNvPr id="0" name=""/>
        <dsp:cNvSpPr/>
      </dsp:nvSpPr>
      <dsp:spPr>
        <a:xfrm>
          <a:off x="0" y="119"/>
          <a:ext cx="2524259" cy="1140412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Precision@k</a:t>
          </a:r>
          <a:endParaRPr lang="en-US" sz="3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5680" y="55799"/>
        <a:ext cx="2412899" cy="1084732"/>
      </dsp:txXfrm>
    </dsp:sp>
    <dsp:sp modelId="{CD3A7F92-4946-427E-9957-9450852D0095}">
      <dsp:nvSpPr>
        <dsp:cNvPr id="0" name=""/>
        <dsp:cNvSpPr/>
      </dsp:nvSpPr>
      <dsp:spPr>
        <a:xfrm>
          <a:off x="2524259" y="1197551"/>
          <a:ext cx="7184429" cy="1140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b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checks whether generated answers are supported by retrieved context</a:t>
          </a:r>
        </a:p>
      </dsp:txBody>
      <dsp:txXfrm>
        <a:off x="2524259" y="1197551"/>
        <a:ext cx="7184429" cy="1140412"/>
      </dsp:txXfrm>
    </dsp:sp>
    <dsp:sp modelId="{AB66F730-F8DC-456B-ACCF-C4069F2760CA}">
      <dsp:nvSpPr>
        <dsp:cNvPr id="0" name=""/>
        <dsp:cNvSpPr/>
      </dsp:nvSpPr>
      <dsp:spPr>
        <a:xfrm>
          <a:off x="0" y="1197551"/>
          <a:ext cx="2524259" cy="1140412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Faithfulness</a:t>
          </a:r>
        </a:p>
      </dsp:txBody>
      <dsp:txXfrm>
        <a:off x="55680" y="1253231"/>
        <a:ext cx="2412899" cy="1084732"/>
      </dsp:txXfrm>
    </dsp:sp>
    <dsp:sp modelId="{8EB0C4CD-E7F7-4BBE-B983-CEC90193EC83}">
      <dsp:nvSpPr>
        <dsp:cNvPr id="0" name=""/>
        <dsp:cNvSpPr/>
      </dsp:nvSpPr>
      <dsp:spPr>
        <a:xfrm>
          <a:off x="2524259" y="2394984"/>
          <a:ext cx="7184429" cy="1140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b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evaluates whether the answer addresses the user question</a:t>
          </a:r>
        </a:p>
      </dsp:txBody>
      <dsp:txXfrm>
        <a:off x="2524259" y="2394984"/>
        <a:ext cx="7184429" cy="1140412"/>
      </dsp:txXfrm>
    </dsp:sp>
    <dsp:sp modelId="{5F09E877-D47C-47A9-BD25-E07EDC578172}">
      <dsp:nvSpPr>
        <dsp:cNvPr id="0" name=""/>
        <dsp:cNvSpPr/>
      </dsp:nvSpPr>
      <dsp:spPr>
        <a:xfrm>
          <a:off x="0" y="2394984"/>
          <a:ext cx="2524259" cy="1140412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Answer Relevance</a:t>
          </a:r>
        </a:p>
      </dsp:txBody>
      <dsp:txXfrm>
        <a:off x="55680" y="2450664"/>
        <a:ext cx="2412899" cy="10847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E4B78B-D9E8-429E-9D40-F560B30712DC}">
      <dsp:nvSpPr>
        <dsp:cNvPr id="0" name=""/>
        <dsp:cNvSpPr/>
      </dsp:nvSpPr>
      <dsp:spPr>
        <a:xfrm rot="10800000">
          <a:off x="1293836" y="1802"/>
          <a:ext cx="4637941" cy="50253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603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Backend-</a:t>
          </a:r>
          <a:r>
            <a:rPr lang="en-US" sz="2300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FastApi</a:t>
          </a:r>
          <a:endParaRPr lang="en-US" sz="23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419469" y="1802"/>
        <a:ext cx="4512308" cy="502532"/>
      </dsp:txXfrm>
    </dsp:sp>
    <dsp:sp modelId="{5C218653-AB58-416B-9309-8AC83CF25957}">
      <dsp:nvSpPr>
        <dsp:cNvPr id="0" name=""/>
        <dsp:cNvSpPr/>
      </dsp:nvSpPr>
      <dsp:spPr>
        <a:xfrm>
          <a:off x="941128" y="1707"/>
          <a:ext cx="502532" cy="502532"/>
        </a:xfrm>
        <a:prstGeom prst="ellipse">
          <a:avLst/>
        </a:prstGeom>
        <a:blipFill dpi="0" rotWithShape="1"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D17223-293F-4B72-B8F2-D172344D1F42}">
      <dsp:nvSpPr>
        <dsp:cNvPr id="0" name=""/>
        <dsp:cNvSpPr/>
      </dsp:nvSpPr>
      <dsp:spPr>
        <a:xfrm rot="10800000">
          <a:off x="1293836" y="654345"/>
          <a:ext cx="4637941" cy="50253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603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Embedding-Sentence Transformer</a:t>
          </a:r>
        </a:p>
      </dsp:txBody>
      <dsp:txXfrm rot="10800000">
        <a:off x="1419469" y="654345"/>
        <a:ext cx="4512308" cy="502532"/>
      </dsp:txXfrm>
    </dsp:sp>
    <dsp:sp modelId="{6B04FC3D-CE84-4FC4-B881-1FD01F7DDC58}">
      <dsp:nvSpPr>
        <dsp:cNvPr id="0" name=""/>
        <dsp:cNvSpPr/>
      </dsp:nvSpPr>
      <dsp:spPr>
        <a:xfrm>
          <a:off x="980818" y="667577"/>
          <a:ext cx="502532" cy="502532"/>
        </a:xfrm>
        <a:prstGeom prst="ellipse">
          <a:avLst/>
        </a:prstGeom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69BC4A-CE72-49D9-89FF-5E426F66F5A1}">
      <dsp:nvSpPr>
        <dsp:cNvPr id="0" name=""/>
        <dsp:cNvSpPr/>
      </dsp:nvSpPr>
      <dsp:spPr>
        <a:xfrm rot="10800000">
          <a:off x="1358796" y="1354171"/>
          <a:ext cx="4637941" cy="50253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603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Vector DB - FAISS</a:t>
          </a:r>
        </a:p>
      </dsp:txBody>
      <dsp:txXfrm rot="10800000">
        <a:off x="1484429" y="1354171"/>
        <a:ext cx="4512308" cy="502532"/>
      </dsp:txXfrm>
    </dsp:sp>
    <dsp:sp modelId="{6D444C11-42CE-41D3-BC87-F4EC4A30A078}">
      <dsp:nvSpPr>
        <dsp:cNvPr id="0" name=""/>
        <dsp:cNvSpPr/>
      </dsp:nvSpPr>
      <dsp:spPr>
        <a:xfrm>
          <a:off x="799849" y="1266152"/>
          <a:ext cx="762372" cy="597099"/>
        </a:xfrm>
        <a:prstGeom prst="ellipse">
          <a:avLst/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5FC4D2-74D0-4B4F-AAEB-BCFB11D86398}">
      <dsp:nvSpPr>
        <dsp:cNvPr id="0" name=""/>
        <dsp:cNvSpPr/>
      </dsp:nvSpPr>
      <dsp:spPr>
        <a:xfrm rot="10800000">
          <a:off x="1325741" y="2090757"/>
          <a:ext cx="4637941" cy="50253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603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Re-ranking – Cross Encoder</a:t>
          </a:r>
        </a:p>
      </dsp:txBody>
      <dsp:txXfrm rot="10800000">
        <a:off x="1451374" y="2090757"/>
        <a:ext cx="4512308" cy="502532"/>
      </dsp:txXfrm>
    </dsp:sp>
    <dsp:sp modelId="{1E819E27-28C1-4E32-B827-EFB160DC81C4}">
      <dsp:nvSpPr>
        <dsp:cNvPr id="0" name=""/>
        <dsp:cNvSpPr/>
      </dsp:nvSpPr>
      <dsp:spPr>
        <a:xfrm>
          <a:off x="944688" y="2044569"/>
          <a:ext cx="630150" cy="576053"/>
        </a:xfrm>
        <a:prstGeom prst="ellipse">
          <a:avLst/>
        </a:prstGeom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6C0580-40A6-40DC-B1D3-EA4CB99EE943}">
      <dsp:nvSpPr>
        <dsp:cNvPr id="0" name=""/>
        <dsp:cNvSpPr/>
      </dsp:nvSpPr>
      <dsp:spPr>
        <a:xfrm rot="10800000">
          <a:off x="1297305" y="2826657"/>
          <a:ext cx="4637941" cy="50253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603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LLM - </a:t>
          </a:r>
          <a:r>
            <a:rPr lang="en-US" sz="2300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Groq</a:t>
          </a:r>
          <a:endParaRPr lang="en-US" sz="23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422938" y="2826657"/>
        <a:ext cx="4512308" cy="502532"/>
      </dsp:txXfrm>
    </dsp:sp>
    <dsp:sp modelId="{CDDC9FE1-C5FD-4CAC-8794-4D0D435C65C9}">
      <dsp:nvSpPr>
        <dsp:cNvPr id="0" name=""/>
        <dsp:cNvSpPr/>
      </dsp:nvSpPr>
      <dsp:spPr>
        <a:xfrm>
          <a:off x="989938" y="2780060"/>
          <a:ext cx="516407" cy="595727"/>
        </a:xfrm>
        <a:prstGeom prst="ellipse">
          <a:avLst/>
        </a:prstGeom>
        <a:blipFill dpi="0"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561F57-726E-4BDA-AD11-6BB0B03099FD}">
      <dsp:nvSpPr>
        <dsp:cNvPr id="0" name=""/>
        <dsp:cNvSpPr/>
      </dsp:nvSpPr>
      <dsp:spPr>
        <a:xfrm rot="10800000">
          <a:off x="1293836" y="3525797"/>
          <a:ext cx="4637941" cy="50253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603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Frontend – Chrome Extension</a:t>
          </a:r>
        </a:p>
      </dsp:txBody>
      <dsp:txXfrm rot="10800000">
        <a:off x="1419469" y="3525797"/>
        <a:ext cx="4512308" cy="502532"/>
      </dsp:txXfrm>
    </dsp:sp>
    <dsp:sp modelId="{046A2763-F39D-4290-AFC1-F738D60B8CC9}">
      <dsp:nvSpPr>
        <dsp:cNvPr id="0" name=""/>
        <dsp:cNvSpPr/>
      </dsp:nvSpPr>
      <dsp:spPr>
        <a:xfrm>
          <a:off x="1042570" y="3525797"/>
          <a:ext cx="502532" cy="502532"/>
        </a:xfrm>
        <a:prstGeom prst="ellipse">
          <a:avLst/>
        </a:prstGeom>
        <a:blipFill dpi="0" rotWithShape="1"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AF180C-8747-4427-BB2D-CCDD4EE3F15C}" type="datetime1">
              <a:rPr lang="en-GB" smtClean="0"/>
              <a:t>21/04/2026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8E7D5-1D06-44F4-BCC5-172DA0E2FB1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27632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733B24-01F6-4E63-9EA0-1EADECE3F95E}" type="datetime1">
              <a:rPr lang="en-GB" noProof="0" smtClean="0"/>
              <a:t>21/04/2026</a:t>
            </a:fld>
            <a:endParaRPr lang="en-GB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B630D-3D96-428C-BB6A-E85275907A99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6226896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0C7D5-3E60-444C-88BE-4965D1B6779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138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68ACB3-5184-4A99-BD5F-56AB3D3ED2CB}" type="datetime1">
              <a:rPr lang="en-GB" noProof="0" smtClean="0"/>
              <a:t>21/04/2026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36C4A3-5B12-4119-87D0-8D39FC7D2CC7}" type="datetime1">
              <a:rPr lang="en-GB" noProof="0" smtClean="0"/>
              <a:t>21/04/2026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DFADDC-3910-4AC4-A7D8-E898D49EACBB}" type="datetime1">
              <a:rPr lang="en-GB" noProof="0" smtClean="0"/>
              <a:t>21/04/2026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6A43A68-8FC1-4445-8F7E-24F318066D59}" type="datetime1">
              <a:rPr lang="en-GB" noProof="0" smtClean="0"/>
              <a:t>21/04/2026</a:t>
            </a:fld>
            <a:endParaRPr lang="en-GB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1E46FA-4696-4713-8781-E2A911F116DE}" type="datetime1">
              <a:rPr lang="en-GB" noProof="0" smtClean="0"/>
              <a:t>21/04/2026</a:t>
            </a:fld>
            <a:endParaRPr lang="en-GB" noProof="0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C5DE13F-0970-4502-808B-8CB987AE3F63}" type="datetime1">
              <a:rPr lang="en-GB" noProof="0" smtClean="0"/>
              <a:t>21/04/2026</a:t>
            </a:fld>
            <a:endParaRPr lang="en-GB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606A57-68D4-474F-B9B9-5693AEFA2B02}" type="datetime1">
              <a:rPr lang="en-GB" noProof="0" smtClean="0"/>
              <a:t>21/04/2026</a:t>
            </a:fld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A5E309D9-8F57-4FD2-8AD3-41D0AF2176EB}" type="datetime1">
              <a:rPr lang="en-GB" noProof="0" smtClean="0"/>
              <a:t>21/04/2026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99D67A34-FC9B-417F-A63B-AF7A464D2285}" type="datetime1">
              <a:rPr lang="en-GB" noProof="0" smtClean="0"/>
              <a:t>21/04/2026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Quarter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D1946942-6409-4E4C-8755-EBA7E31F89FB}" type="datetime1">
              <a:rPr lang="en-GB" noProof="0" smtClean="0"/>
              <a:t>21/04/2026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9691" y="-483588"/>
            <a:ext cx="9232617" cy="2750564"/>
          </a:xfrm>
        </p:spPr>
        <p:txBody>
          <a:bodyPr>
            <a:noAutofit/>
          </a:bodyPr>
          <a:lstStyle/>
          <a:p>
            <a:r>
              <a:rPr lang="en-US" sz="4000" b="1" dirty="0" err="1">
                <a:latin typeface="+mn-lt"/>
              </a:rPr>
              <a:t>LectureLens</a:t>
            </a:r>
            <a:r>
              <a:rPr lang="en-US" sz="4000" b="1" dirty="0">
                <a:latin typeface="+mn-lt"/>
              </a:rPr>
              <a:t> AI – An intelligent assistant to Understand YouTube Lecture</a:t>
            </a:r>
            <a:br>
              <a:rPr lang="en-US" sz="2400" b="1" dirty="0"/>
            </a:br>
            <a:endParaRPr lang="en-IN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297" y="2570127"/>
            <a:ext cx="1815656" cy="1717745"/>
          </a:xfrm>
          <a:prstGeom prst="rect">
            <a:avLst/>
          </a:prstGeom>
        </p:spPr>
      </p:pic>
      <p:sp>
        <p:nvSpPr>
          <p:cNvPr id="5" name="Subtitle 2"/>
          <p:cNvSpPr txBox="1"/>
          <p:nvPr/>
        </p:nvSpPr>
        <p:spPr>
          <a:xfrm>
            <a:off x="924791" y="5081155"/>
            <a:ext cx="10895099" cy="14855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sz="2000" dirty="0"/>
              <a:t>Submitted By: 	                                                                             		        Submitted to: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sz="2000" dirty="0"/>
              <a:t>1. Vipul Vijay (24204031244)					                       Dr. Amit Bhagat                                                          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sz="2000" dirty="0"/>
              <a:t>					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371602" y="4591024"/>
            <a:ext cx="11448288" cy="276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100" dirty="0">
                <a:latin typeface="+mn-lt"/>
              </a:rPr>
              <a:t>Department of Mathematics, Bioinformatics, and Computer Applications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F280AF-652A-8A22-AD8F-4F9431E3BE07}"/>
              </a:ext>
            </a:extLst>
          </p:cNvPr>
          <p:cNvSpPr txBox="1"/>
          <p:nvPr/>
        </p:nvSpPr>
        <p:spPr>
          <a:xfrm>
            <a:off x="4296697" y="1840459"/>
            <a:ext cx="3175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Minor Project (MC CA 2207)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122ED4-8E0C-3602-78A2-9C2373160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A3F5AC-0BAB-5F8D-261D-B0D7B800ABBB}"/>
              </a:ext>
            </a:extLst>
          </p:cNvPr>
          <p:cNvSpPr txBox="1"/>
          <p:nvPr/>
        </p:nvSpPr>
        <p:spPr>
          <a:xfrm>
            <a:off x="270387" y="2657081"/>
            <a:ext cx="4336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err="1">
                <a:solidFill>
                  <a:schemeClr val="bg1"/>
                </a:solidFill>
              </a:rPr>
              <a:t>LectureLens</a:t>
            </a:r>
            <a:r>
              <a:rPr lang="en-US" sz="4800" b="1" dirty="0">
                <a:solidFill>
                  <a:schemeClr val="bg1"/>
                </a:solidFill>
              </a:rPr>
              <a:t> AI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DD0391-94BB-4AED-9D2F-F5F1E29B7F30}"/>
              </a:ext>
            </a:extLst>
          </p:cNvPr>
          <p:cNvCxnSpPr>
            <a:cxnSpLocks/>
          </p:cNvCxnSpPr>
          <p:nvPr/>
        </p:nvCxnSpPr>
        <p:spPr>
          <a:xfrm>
            <a:off x="78658" y="3785420"/>
            <a:ext cx="471948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742F58F-C147-BC56-25C1-E4168BED4204}"/>
              </a:ext>
            </a:extLst>
          </p:cNvPr>
          <p:cNvSpPr txBox="1"/>
          <p:nvPr/>
        </p:nvSpPr>
        <p:spPr>
          <a:xfrm>
            <a:off x="270387" y="4082763"/>
            <a:ext cx="47194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An Intelligent Assistant for Understanding YouTube Lectures</a:t>
            </a:r>
          </a:p>
        </p:txBody>
      </p:sp>
    </p:spTree>
    <p:extLst>
      <p:ext uri="{BB962C8B-B14F-4D97-AF65-F5344CB8AC3E}">
        <p14:creationId xmlns:p14="http://schemas.microsoft.com/office/powerpoint/2010/main" val="101701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3A3A-E2EB-A95C-04BE-041BD12BD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</a:t>
            </a:r>
            <a:r>
              <a:rPr lang="en-US" dirty="0"/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DB1D0-6FFF-07AE-5F80-5B2F4DA88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521156"/>
            <a:ext cx="10058400" cy="37608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Educational lectures on platforms like YouTube are often long and unstructured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Locating specific concepts or explanations requires manual scrubbing through the video timeline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Traditional search is limited to titles/descriptions, not the actual lecture content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Lack of </a:t>
            </a:r>
            <a:r>
              <a:rPr lang="en-US" sz="2000" b="1" dirty="0"/>
              <a:t>semantic understanding</a:t>
            </a:r>
            <a:r>
              <a:rPr lang="en-US" sz="2000" dirty="0"/>
              <a:t> makes it difficult to ask natural language questions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No direct way to jump to the exact timestamp where a concept is explained </a:t>
            </a:r>
          </a:p>
          <a:p>
            <a:pPr marL="0" indent="0">
              <a:buNone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22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B2B7-F0D3-96DA-5C35-8B7009C03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6327E-8D3C-D4B0-668D-64A8E4387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452330"/>
            <a:ext cx="10058400" cy="37608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Rapid growth of online learning platforms like YouTube has increased dependence on video-based education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Students spend significant time searching for specific concepts within lengthy lectures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Students also require </a:t>
            </a:r>
            <a:r>
              <a:rPr lang="en-US" sz="2000" b="1" dirty="0"/>
              <a:t>concise learning aids</a:t>
            </a:r>
            <a:r>
              <a:rPr lang="en-US" sz="2000" dirty="0"/>
              <a:t> such as notes and flashcards for effective revision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Enhancing learning efficiency can significantly improve student productivity and experience 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79158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6A3D8-F7BF-9ACC-4DEA-DC2B9329D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7D44C-E538-AEC3-EF79-B6AFCAF59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LectureLens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AI is a Chrome extension that allows users to: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dirty="0"/>
              <a:t>Ask natural language questions about the lecture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dirty="0"/>
              <a:t>Generate accurate answers using AI-powered models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dirty="0"/>
              <a:t>Jump directly to the exact timestamp where the concept is explained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Automatically generate </a:t>
            </a:r>
            <a:r>
              <a:rPr lang="en-US" sz="2000" b="1" dirty="0"/>
              <a:t>concise notes</a:t>
            </a:r>
            <a:r>
              <a:rPr lang="en-US" sz="2000" dirty="0"/>
              <a:t> for quick understanding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Create </a:t>
            </a:r>
            <a:r>
              <a:rPr lang="en-US" sz="2000" b="1" dirty="0"/>
              <a:t>flashcards</a:t>
            </a:r>
            <a:r>
              <a:rPr lang="en-US" sz="2000" dirty="0"/>
              <a:t> for efficient revision and memory retention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099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6D5F9-E067-FE40-8E74-DF1AE823F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Architecture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3D60527-A8DE-8E43-6365-F506F450B7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1284405"/>
              </p:ext>
            </p:extLst>
          </p:nvPr>
        </p:nvGraphicFramePr>
        <p:xfrm>
          <a:off x="605350" y="2585884"/>
          <a:ext cx="10760740" cy="2534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3053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AF8F3-839E-F465-7150-01BFDDEFC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Video Processing pipeline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05DA5D-38AF-E9F3-9B9A-182A6374A2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726672"/>
              </p:ext>
            </p:extLst>
          </p:nvPr>
        </p:nvGraphicFramePr>
        <p:xfrm>
          <a:off x="1096963" y="2108200"/>
          <a:ext cx="10058400" cy="3760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8438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5180B-E379-B0F8-3914-B82741C13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Retrieval Pipeline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40F8DAD-B4C6-7062-0D88-2EF79B5116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1600492"/>
              </p:ext>
            </p:extLst>
          </p:nvPr>
        </p:nvGraphicFramePr>
        <p:xfrm>
          <a:off x="1096963" y="2108200"/>
          <a:ext cx="10058400" cy="3760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0625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5EBF8-73A8-02F3-C5D0-C03C4830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Backend Design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047DB3-3878-86A0-D624-723B25265F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9862739"/>
              </p:ext>
            </p:extLst>
          </p:nvPr>
        </p:nvGraphicFramePr>
        <p:xfrm>
          <a:off x="1096964" y="2108201"/>
          <a:ext cx="6355888" cy="4164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936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C2EB1-E153-FB9A-1BD7-35ACC82ED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strategy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D30314-35EB-40E4-C63B-571A3AD47A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6216687"/>
              </p:ext>
            </p:extLst>
          </p:nvPr>
        </p:nvGraphicFramePr>
        <p:xfrm>
          <a:off x="1241655" y="2425201"/>
          <a:ext cx="9708689" cy="3535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0435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EF7FE-0F90-D438-F1DE-D58950C9C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A2433-D55E-71F7-0622-45786BAE6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407" y="2029543"/>
            <a:ext cx="9895185" cy="4282767"/>
          </a:xfrm>
        </p:spPr>
        <p:txBody>
          <a:bodyPr>
            <a:normAutofit fontScale="47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Improved Retrieval Quality :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Improve chunking strategy for better context retrieval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Implement Hybrid Search (vector + Keyword search)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Advance RAG pipeline :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Implement multi query retrieval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Explore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/LlamaIndex integration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Enhance Learning Features 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Automatic Lecture Note Generation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Quiz and flashcard generation from lecture notes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Improved Vector Database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Experiment with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or Milvus instead of FAISS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Support scalable index for multiple video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Local LLM Deployment 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Integrate Ollama / Local LLM model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Reduce dependency on external API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Evaluation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Create benchmark dataset for evaluation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Measure Retrieval quality and Answer accuracy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608" lvl="1" indent="0">
              <a:buNone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2D927176-4082-CCF9-63D7-2D5B63D489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86748" y="2116393"/>
            <a:ext cx="331839" cy="331839"/>
          </a:xfrm>
          <a:prstGeom prst="rect">
            <a:avLst/>
          </a:prstGeom>
        </p:spPr>
      </p:pic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E9B81250-6A38-08F5-69F9-3B5F462F93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5015" y="2369162"/>
            <a:ext cx="331839" cy="331839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1E81A62B-FB8A-A834-4AAD-9B782B1ABB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33135" y="2819399"/>
            <a:ext cx="331839" cy="331839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0E752806-BCFE-1318-95B8-996115EEE0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99054" y="3540843"/>
            <a:ext cx="331839" cy="331839"/>
          </a:xfrm>
          <a:prstGeom prst="rect">
            <a:avLst/>
          </a:prstGeom>
        </p:spPr>
      </p:pic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2C7A2E2E-AB83-1256-3292-9890E4961D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09884" y="3770671"/>
            <a:ext cx="331839" cy="331839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37B2A588-5752-3E1C-03A0-739525F010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88774" y="4926576"/>
            <a:ext cx="331839" cy="331839"/>
          </a:xfrm>
          <a:prstGeom prst="rect">
            <a:avLst/>
          </a:prstGeom>
        </p:spPr>
      </p:pic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3BA17EEE-2041-A244-D5A5-170ECC7381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80170" y="5218062"/>
            <a:ext cx="331839" cy="331839"/>
          </a:xfrm>
          <a:prstGeom prst="rect">
            <a:avLst/>
          </a:prstGeom>
        </p:spPr>
      </p:pic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9F104697-F47B-9879-129B-3D73ED5C65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54693" y="5675467"/>
            <a:ext cx="331839" cy="331839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6F39A816-AE67-DA33-5962-633F94CCE9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09884" y="5841386"/>
            <a:ext cx="331839" cy="33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54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F6B69-8E33-DC8A-E775-53F3768EA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Technologies Used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9DC1B0B-E1E4-DB42-FF3E-A1B9083929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6841739"/>
              </p:ext>
            </p:extLst>
          </p:nvPr>
        </p:nvGraphicFramePr>
        <p:xfrm>
          <a:off x="1096963" y="2108200"/>
          <a:ext cx="10229798" cy="4135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9E031FF1-E865-04F7-D703-5FC8F69FBA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2626955"/>
              </p:ext>
            </p:extLst>
          </p:nvPr>
        </p:nvGraphicFramePr>
        <p:xfrm>
          <a:off x="2032000" y="2108200"/>
          <a:ext cx="6974348" cy="4030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21239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6011_TF33845126.potx" id="{25CA2DFD-8B79-42CF-8D2F-EDB0F76572A7}" vid="{81C9C05A-2C90-44AF-8112-DC20AA587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BC60482-EA2C-4CA3-B115-EACBAB7297CD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www.w3.org/2000/xmlns/"/>
    <ds:schemaRef ds:uri="71af3243-3dd4-4a8d-8c0d-dd76da1f02a5"/>
    <ds:schemaRef ds:uri="http://www.w3.org/2001/XMLSchema-instan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1af3243-3dd4-4a8d-8c0d-dd76da1f02a5"/>
    <ds:schemaRef ds:uri="16c05727-aa75-4e4a-9b5f-8a80a116589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PU presentation.pptx</Template>
  <TotalTime>686</TotalTime>
  <Words>467</Words>
  <Application>Microsoft Office PowerPoint</Application>
  <PresentationFormat>Widescreen</PresentationFormat>
  <Paragraphs>93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Bookman Old Style</vt:lpstr>
      <vt:lpstr>Calibri</vt:lpstr>
      <vt:lpstr>Franklin Gothic Book</vt:lpstr>
      <vt:lpstr>Times New Roman</vt:lpstr>
      <vt:lpstr>Wingdings</vt:lpstr>
      <vt:lpstr>1_RetrospectVTI</vt:lpstr>
      <vt:lpstr>LectureLens AI – An intelligent assistant to Understand YouTube Lecture </vt:lpstr>
      <vt:lpstr>PowerPoint Presentation</vt:lpstr>
      <vt:lpstr>Problem Statement</vt:lpstr>
      <vt:lpstr>Motivation</vt:lpstr>
      <vt:lpstr>Proposed Solution</vt:lpstr>
      <vt:lpstr>System Architecture</vt:lpstr>
      <vt:lpstr>Video Processing pipeline</vt:lpstr>
      <vt:lpstr>Retrieval Pipeline</vt:lpstr>
      <vt:lpstr>Backend Design</vt:lpstr>
      <vt:lpstr>Evaluation strategy</vt:lpstr>
      <vt:lpstr>Future Work</vt:lpstr>
      <vt:lpstr>Technologies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24204031244_Vipul Vijay</dc:creator>
  <cp:lastModifiedBy>24204031244_Vipul Vijay</cp:lastModifiedBy>
  <cp:revision>5</cp:revision>
  <dcterms:created xsi:type="dcterms:W3CDTF">2026-03-11T04:24:45Z</dcterms:created>
  <dcterms:modified xsi:type="dcterms:W3CDTF">2026-04-21T04:36:16Z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